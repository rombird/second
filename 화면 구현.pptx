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82" r:id="rId3"/>
    <p:sldId id="274" r:id="rId4"/>
    <p:sldId id="284" r:id="rId5"/>
    <p:sldId id="285" r:id="rId6"/>
    <p:sldId id="286" r:id="rId7"/>
    <p:sldId id="283" r:id="rId8"/>
    <p:sldId id="266" r:id="rId9"/>
    <p:sldId id="265" r:id="rId10"/>
    <p:sldId id="271" r:id="rId11"/>
    <p:sldId id="269" r:id="rId12"/>
    <p:sldId id="273" r:id="rId13"/>
    <p:sldId id="278" r:id="rId14"/>
    <p:sldId id="289" r:id="rId15"/>
    <p:sldId id="259" r:id="rId16"/>
    <p:sldId id="267" r:id="rId17"/>
    <p:sldId id="287" r:id="rId18"/>
    <p:sldId id="288" r:id="rId19"/>
    <p:sldId id="276" r:id="rId20"/>
    <p:sldId id="277" r:id="rId21"/>
    <p:sldId id="275" r:id="rId22"/>
    <p:sldId id="279" r:id="rId23"/>
    <p:sldId id="280" r:id="rId24"/>
  </p:sldIdLst>
  <p:sldSz cx="18288000" cy="10287000"/>
  <p:notesSz cx="6858000" cy="9144000"/>
  <p:embeddedFontLst>
    <p:embeddedFont>
      <p:font typeface="TDTD평고딕" panose="020B0600000101010101" charset="-127"/>
      <p:regular r:id="rId26"/>
    </p:embeddedFont>
    <p:embeddedFont>
      <p:font typeface="윤고딕 Semi-Bold" panose="020B0600000101010101" charset="-127"/>
      <p:regular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onsolas" panose="020B0609020204030204" pitchFamily="49" charset="0"/>
      <p:regular r:id="rId32"/>
      <p:bold r:id="rId33"/>
      <p:italic r:id="rId34"/>
      <p:boldItalic r:id="rId35"/>
    </p:embeddedFont>
    <p:embeddedFont>
      <p:font typeface="맑은 고딕" panose="020B0503020000020004" pitchFamily="50" charset="-127"/>
      <p:regular r:id="rId36"/>
      <p:bold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54FF"/>
    <a:srgbClr val="B2B2B2"/>
    <a:srgbClr val="F2F2F2"/>
    <a:srgbClr val="E1E1E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새롬 임" userId="86ce26321b39ebd9" providerId="LiveId" clId="{F2413EE1-D4D4-4572-9C3B-05AE78FE3CA2}"/>
    <pc:docChg chg="undo custSel addSld delSld modSld">
      <pc:chgData name="새롬 임" userId="86ce26321b39ebd9" providerId="LiveId" clId="{F2413EE1-D4D4-4572-9C3B-05AE78FE3CA2}" dt="2025-07-23T15:01:53.122" v="377" actId="20577"/>
      <pc:docMkLst>
        <pc:docMk/>
      </pc:docMkLst>
      <pc:sldChg chg="modSp mod">
        <pc:chgData name="새롬 임" userId="86ce26321b39ebd9" providerId="LiveId" clId="{F2413EE1-D4D4-4572-9C3B-05AE78FE3CA2}" dt="2025-07-23T14:53:13.805" v="0" actId="1076"/>
        <pc:sldMkLst>
          <pc:docMk/>
          <pc:sldMk cId="0" sldId="256"/>
        </pc:sldMkLst>
        <pc:spChg chg="mod">
          <ac:chgData name="새롬 임" userId="86ce26321b39ebd9" providerId="LiveId" clId="{F2413EE1-D4D4-4572-9C3B-05AE78FE3CA2}" dt="2025-07-23T14:53:13.805" v="0" actId="1076"/>
          <ac:spMkLst>
            <pc:docMk/>
            <pc:sldMk cId="0" sldId="256"/>
            <ac:spMk id="17" creationId="{00000000-0000-0000-0000-000000000000}"/>
          </ac:spMkLst>
        </pc:spChg>
      </pc:sldChg>
      <pc:sldChg chg="del">
        <pc:chgData name="새롬 임" userId="86ce26321b39ebd9" providerId="LiveId" clId="{F2413EE1-D4D4-4572-9C3B-05AE78FE3CA2}" dt="2025-07-23T14:53:25.987" v="1" actId="47"/>
        <pc:sldMkLst>
          <pc:docMk/>
          <pc:sldMk cId="0" sldId="257"/>
        </pc:sldMkLst>
      </pc:sldChg>
      <pc:sldChg chg="addSp delSp modSp mod">
        <pc:chgData name="새롬 임" userId="86ce26321b39ebd9" providerId="LiveId" clId="{F2413EE1-D4D4-4572-9C3B-05AE78FE3CA2}" dt="2025-07-23T15:01:53.122" v="377" actId="20577"/>
        <pc:sldMkLst>
          <pc:docMk/>
          <pc:sldMk cId="0" sldId="258"/>
        </pc:sldMkLst>
        <pc:spChg chg="mod">
          <ac:chgData name="새롬 임" userId="86ce26321b39ebd9" providerId="LiveId" clId="{F2413EE1-D4D4-4572-9C3B-05AE78FE3CA2}" dt="2025-07-23T14:54:28.735" v="60" actId="1076"/>
          <ac:spMkLst>
            <pc:docMk/>
            <pc:sldMk cId="0" sldId="258"/>
            <ac:spMk id="8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4:19.823" v="58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4:18.480" v="57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4:21.794" v="59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4:32.206" v="61" actId="478"/>
          <ac:spMkLst>
            <pc:docMk/>
            <pc:sldMk cId="0" sldId="258"/>
            <ac:spMk id="12" creationId="{00000000-0000-0000-0000-000000000000}"/>
          </ac:spMkLst>
        </pc:spChg>
        <pc:spChg chg="add mod">
          <ac:chgData name="새롬 임" userId="86ce26321b39ebd9" providerId="LiveId" clId="{F2413EE1-D4D4-4572-9C3B-05AE78FE3CA2}" dt="2025-07-23T15:01:18.361" v="339" actId="1076"/>
          <ac:spMkLst>
            <pc:docMk/>
            <pc:sldMk cId="0" sldId="258"/>
            <ac:spMk id="13" creationId="{0E125C36-58D5-8995-F119-20A69B7572DC}"/>
          </ac:spMkLst>
        </pc:spChg>
        <pc:spChg chg="add mod">
          <ac:chgData name="새롬 임" userId="86ce26321b39ebd9" providerId="LiveId" clId="{F2413EE1-D4D4-4572-9C3B-05AE78FE3CA2}" dt="2025-07-23T15:01:53.122" v="377" actId="20577"/>
          <ac:spMkLst>
            <pc:docMk/>
            <pc:sldMk cId="0" sldId="258"/>
            <ac:spMk id="14" creationId="{293E77A7-BA7D-8DB5-F93E-06CCBB53362C}"/>
          </ac:spMkLst>
        </pc:spChg>
        <pc:spChg chg="add mod">
          <ac:chgData name="새롬 임" userId="86ce26321b39ebd9" providerId="LiveId" clId="{F2413EE1-D4D4-4572-9C3B-05AE78FE3CA2}" dt="2025-07-23T15:01:35.196" v="342" actId="1076"/>
          <ac:spMkLst>
            <pc:docMk/>
            <pc:sldMk cId="0" sldId="258"/>
            <ac:spMk id="34" creationId="{54300FAF-4CB5-18FB-760E-F6C729789AD2}"/>
          </ac:spMkLst>
        </pc:spChg>
        <pc:spChg chg="add mod">
          <ac:chgData name="새롬 임" userId="86ce26321b39ebd9" providerId="LiveId" clId="{F2413EE1-D4D4-4572-9C3B-05AE78FE3CA2}" dt="2025-07-23T15:01:35.196" v="342" actId="1076"/>
          <ac:spMkLst>
            <pc:docMk/>
            <pc:sldMk cId="0" sldId="258"/>
            <ac:spMk id="35" creationId="{70D065EB-F2C6-A65F-C5E2-7BCCBA653CB0}"/>
          </ac:spMkLst>
        </pc:spChg>
      </pc:sldChg>
      <pc:sldChg chg="addSp delSp modSp mod">
        <pc:chgData name="새롬 임" userId="86ce26321b39ebd9" providerId="LiveId" clId="{F2413EE1-D4D4-4572-9C3B-05AE78FE3CA2}" dt="2025-07-23T14:56:48.084" v="260" actId="20577"/>
        <pc:sldMkLst>
          <pc:docMk/>
          <pc:sldMk cId="0" sldId="259"/>
        </pc:sldMkLst>
        <pc:spChg chg="mod">
          <ac:chgData name="새롬 임" userId="86ce26321b39ebd9" providerId="LiveId" clId="{F2413EE1-D4D4-4572-9C3B-05AE78FE3CA2}" dt="2025-07-23T14:54:59.244" v="95"/>
          <ac:spMkLst>
            <pc:docMk/>
            <pc:sldMk cId="0" sldId="259"/>
            <ac:spMk id="8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4:36.303" v="62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3:45.774" v="7" actId="478"/>
          <ac:spMkLst>
            <pc:docMk/>
            <pc:sldMk cId="0" sldId="259"/>
            <ac:spMk id="19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3:53.077" v="12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3:59.303" v="16" actId="478"/>
          <ac:spMkLst>
            <pc:docMk/>
            <pc:sldMk cId="0" sldId="259"/>
            <ac:spMk id="21" creationId="{00000000-0000-0000-0000-000000000000}"/>
          </ac:spMkLst>
        </pc:spChg>
        <pc:spChg chg="del">
          <ac:chgData name="새롬 임" userId="86ce26321b39ebd9" providerId="LiveId" clId="{F2413EE1-D4D4-4572-9C3B-05AE78FE3CA2}" dt="2025-07-23T14:53:56.724" v="14" actId="478"/>
          <ac:spMkLst>
            <pc:docMk/>
            <pc:sldMk cId="0" sldId="259"/>
            <ac:spMk id="31" creationId="{00000000-0000-0000-0000-000000000000}"/>
          </ac:spMkLst>
        </pc:spChg>
        <pc:spChg chg="del mod">
          <ac:chgData name="새롬 임" userId="86ce26321b39ebd9" providerId="LiveId" clId="{F2413EE1-D4D4-4572-9C3B-05AE78FE3CA2}" dt="2025-07-23T14:53:49.185" v="10" actId="478"/>
          <ac:spMkLst>
            <pc:docMk/>
            <pc:sldMk cId="0" sldId="259"/>
            <ac:spMk id="32" creationId="{00000000-0000-0000-0000-000000000000}"/>
          </ac:spMkLst>
        </pc:spChg>
        <pc:spChg chg="del mod">
          <ac:chgData name="새롬 임" userId="86ce26321b39ebd9" providerId="LiveId" clId="{F2413EE1-D4D4-4572-9C3B-05AE78FE3CA2}" dt="2025-07-23T14:53:42.945" v="5" actId="478"/>
          <ac:spMkLst>
            <pc:docMk/>
            <pc:sldMk cId="0" sldId="259"/>
            <ac:spMk id="33" creationId="{00000000-0000-0000-0000-000000000000}"/>
          </ac:spMkLst>
        </pc:spChg>
        <pc:spChg chg="add del mod">
          <ac:chgData name="새롬 임" userId="86ce26321b39ebd9" providerId="LiveId" clId="{F2413EE1-D4D4-4572-9C3B-05AE78FE3CA2}" dt="2025-07-23T14:55:54.218" v="153" actId="21"/>
          <ac:spMkLst>
            <pc:docMk/>
            <pc:sldMk cId="0" sldId="259"/>
            <ac:spMk id="34" creationId="{54300FAF-4CB5-18FB-760E-F6C729789AD2}"/>
          </ac:spMkLst>
        </pc:spChg>
        <pc:spChg chg="add del mod">
          <ac:chgData name="새롬 임" userId="86ce26321b39ebd9" providerId="LiveId" clId="{F2413EE1-D4D4-4572-9C3B-05AE78FE3CA2}" dt="2025-07-23T14:55:54.218" v="153" actId="21"/>
          <ac:spMkLst>
            <pc:docMk/>
            <pc:sldMk cId="0" sldId="259"/>
            <ac:spMk id="35" creationId="{70D065EB-F2C6-A65F-C5E2-7BCCBA653CB0}"/>
          </ac:spMkLst>
        </pc:spChg>
        <pc:spChg chg="add mod">
          <ac:chgData name="새롬 임" userId="86ce26321b39ebd9" providerId="LiveId" clId="{F2413EE1-D4D4-4572-9C3B-05AE78FE3CA2}" dt="2025-07-23T14:56:48.084" v="260" actId="20577"/>
          <ac:spMkLst>
            <pc:docMk/>
            <pc:sldMk cId="0" sldId="259"/>
            <ac:spMk id="36" creationId="{3A38CE38-4098-A8AF-CAB7-7FE5B70EFDF3}"/>
          </ac:spMkLst>
        </pc:spChg>
        <pc:grpChg chg="mod">
          <ac:chgData name="새롬 임" userId="86ce26321b39ebd9" providerId="LiveId" clId="{F2413EE1-D4D4-4572-9C3B-05AE78FE3CA2}" dt="2025-07-23T14:54:42.393" v="64" actId="1076"/>
          <ac:grpSpMkLst>
            <pc:docMk/>
            <pc:sldMk cId="0" sldId="259"/>
            <ac:grpSpMk id="2" creationId="{00000000-0000-0000-0000-000000000000}"/>
          </ac:grpSpMkLst>
        </pc:grpChg>
        <pc:grpChg chg="del">
          <ac:chgData name="새롬 임" userId="86ce26321b39ebd9" providerId="LiveId" clId="{F2413EE1-D4D4-4572-9C3B-05AE78FE3CA2}" dt="2025-07-23T14:53:43.682" v="6" actId="478"/>
          <ac:grpSpMkLst>
            <pc:docMk/>
            <pc:sldMk cId="0" sldId="259"/>
            <ac:grpSpMk id="10" creationId="{00000000-0000-0000-0000-000000000000}"/>
          </ac:grpSpMkLst>
        </pc:grpChg>
        <pc:grpChg chg="del">
          <ac:chgData name="새롬 임" userId="86ce26321b39ebd9" providerId="LiveId" clId="{F2413EE1-D4D4-4572-9C3B-05AE78FE3CA2}" dt="2025-07-23T14:53:50.922" v="11" actId="478"/>
          <ac:grpSpMkLst>
            <pc:docMk/>
            <pc:sldMk cId="0" sldId="259"/>
            <ac:grpSpMk id="13" creationId="{00000000-0000-0000-0000-000000000000}"/>
          </ac:grpSpMkLst>
        </pc:grpChg>
        <pc:grpChg chg="del">
          <ac:chgData name="새롬 임" userId="86ce26321b39ebd9" providerId="LiveId" clId="{F2413EE1-D4D4-4572-9C3B-05AE78FE3CA2}" dt="2025-07-23T14:53:57.811" v="15" actId="478"/>
          <ac:grpSpMkLst>
            <pc:docMk/>
            <pc:sldMk cId="0" sldId="259"/>
            <ac:grpSpMk id="16" creationId="{00000000-0000-0000-0000-000000000000}"/>
          </ac:grpSpMkLst>
        </pc:grpChg>
        <pc:grpChg chg="del">
          <ac:chgData name="새롬 임" userId="86ce26321b39ebd9" providerId="LiveId" clId="{F2413EE1-D4D4-4572-9C3B-05AE78FE3CA2}" dt="2025-07-23T14:53:40.867" v="3" actId="478"/>
          <ac:grpSpMkLst>
            <pc:docMk/>
            <pc:sldMk cId="0" sldId="259"/>
            <ac:grpSpMk id="22" creationId="{00000000-0000-0000-0000-000000000000}"/>
          </ac:grpSpMkLst>
        </pc:grpChg>
        <pc:grpChg chg="del">
          <ac:chgData name="새롬 임" userId="86ce26321b39ebd9" providerId="LiveId" clId="{F2413EE1-D4D4-4572-9C3B-05AE78FE3CA2}" dt="2025-07-23T14:53:46.832" v="8" actId="478"/>
          <ac:grpSpMkLst>
            <pc:docMk/>
            <pc:sldMk cId="0" sldId="259"/>
            <ac:grpSpMk id="25" creationId="{00000000-0000-0000-0000-000000000000}"/>
          </ac:grpSpMkLst>
        </pc:grpChg>
        <pc:grpChg chg="del">
          <ac:chgData name="새롬 임" userId="86ce26321b39ebd9" providerId="LiveId" clId="{F2413EE1-D4D4-4572-9C3B-05AE78FE3CA2}" dt="2025-07-23T14:53:53.928" v="13" actId="478"/>
          <ac:grpSpMkLst>
            <pc:docMk/>
            <pc:sldMk cId="0" sldId="259"/>
            <ac:grpSpMk id="28" creationId="{00000000-0000-0000-0000-000000000000}"/>
          </ac:grpSpMkLst>
        </pc:grpChg>
      </pc:sldChg>
      <pc:sldChg chg="del">
        <pc:chgData name="새롬 임" userId="86ce26321b39ebd9" providerId="LiveId" clId="{F2413EE1-D4D4-4572-9C3B-05AE78FE3CA2}" dt="2025-07-23T14:56:55.492" v="262" actId="47"/>
        <pc:sldMkLst>
          <pc:docMk/>
          <pc:sldMk cId="0" sldId="260"/>
        </pc:sldMkLst>
      </pc:sldChg>
      <pc:sldChg chg="del">
        <pc:chgData name="새롬 임" userId="86ce26321b39ebd9" providerId="LiveId" clId="{F2413EE1-D4D4-4572-9C3B-05AE78FE3CA2}" dt="2025-07-23T14:56:53.764" v="261" actId="47"/>
        <pc:sldMkLst>
          <pc:docMk/>
          <pc:sldMk cId="0" sldId="261"/>
        </pc:sldMkLst>
      </pc:sldChg>
      <pc:sldChg chg="del">
        <pc:chgData name="새롬 임" userId="86ce26321b39ebd9" providerId="LiveId" clId="{F2413EE1-D4D4-4572-9C3B-05AE78FE3CA2}" dt="2025-07-23T14:56:57.072" v="263" actId="47"/>
        <pc:sldMkLst>
          <pc:docMk/>
          <pc:sldMk cId="0" sldId="262"/>
        </pc:sldMkLst>
      </pc:sldChg>
      <pc:sldChg chg="del">
        <pc:chgData name="새롬 임" userId="86ce26321b39ebd9" providerId="LiveId" clId="{F2413EE1-D4D4-4572-9C3B-05AE78FE3CA2}" dt="2025-07-23T14:56:58.541" v="264" actId="47"/>
        <pc:sldMkLst>
          <pc:docMk/>
          <pc:sldMk cId="0" sldId="263"/>
        </pc:sldMkLst>
      </pc:sldChg>
      <pc:sldChg chg="del">
        <pc:chgData name="새롬 임" userId="86ce26321b39ebd9" providerId="LiveId" clId="{F2413EE1-D4D4-4572-9C3B-05AE78FE3CA2}" dt="2025-07-23T14:56:59.947" v="265" actId="47"/>
        <pc:sldMkLst>
          <pc:docMk/>
          <pc:sldMk cId="0" sldId="264"/>
        </pc:sldMkLst>
      </pc:sldChg>
      <pc:sldChg chg="addSp delSp modSp add mod">
        <pc:chgData name="새롬 임" userId="86ce26321b39ebd9" providerId="LiveId" clId="{F2413EE1-D4D4-4572-9C3B-05AE78FE3CA2}" dt="2025-07-23T14:56:34.764" v="211"/>
        <pc:sldMkLst>
          <pc:docMk/>
          <pc:sldMk cId="1467159271" sldId="265"/>
        </pc:sldMkLst>
        <pc:spChg chg="add mod">
          <ac:chgData name="새롬 임" userId="86ce26321b39ebd9" providerId="LiveId" clId="{F2413EE1-D4D4-4572-9C3B-05AE78FE3CA2}" dt="2025-07-23T14:56:34.764" v="211"/>
          <ac:spMkLst>
            <pc:docMk/>
            <pc:sldMk cId="1467159271" sldId="265"/>
            <ac:spMk id="9" creationId="{5233442D-140F-834E-DC18-720B1601AB29}"/>
          </ac:spMkLst>
        </pc:spChg>
        <pc:spChg chg="del">
          <ac:chgData name="새롬 임" userId="86ce26321b39ebd9" providerId="LiveId" clId="{F2413EE1-D4D4-4572-9C3B-05AE78FE3CA2}" dt="2025-07-23T14:56:14.523" v="156" actId="478"/>
          <ac:spMkLst>
            <pc:docMk/>
            <pc:sldMk cId="1467159271" sldId="265"/>
            <ac:spMk id="34" creationId="{2F9C7CF3-F919-87C5-24D0-32D81E564E0C}"/>
          </ac:spMkLst>
        </pc:spChg>
        <pc:spChg chg="del">
          <ac:chgData name="새롬 임" userId="86ce26321b39ebd9" providerId="LiveId" clId="{F2413EE1-D4D4-4572-9C3B-05AE78FE3CA2}" dt="2025-07-23T14:56:16.002" v="157" actId="478"/>
          <ac:spMkLst>
            <pc:docMk/>
            <pc:sldMk cId="1467159271" sldId="265"/>
            <ac:spMk id="35" creationId="{78CA2C18-1745-AB20-477D-103464C37C2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0C1274-688E-4B27-ABA4-A72E8D791F56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C0A0E8-3DF6-4047-AE05-BA40A230AB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421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0A0E8-3DF6-4047-AE05-BA40A230ABA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939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0A0E8-3DF6-4047-AE05-BA40A230ABA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319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0A0E8-3DF6-4047-AE05-BA40A230ABA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9330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0A0E8-3DF6-4047-AE05-BA40A230ABA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527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0A0E8-3DF6-4047-AE05-BA40A230ABA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734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0A0E8-3DF6-4047-AE05-BA40A230ABA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759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0A0E8-3DF6-4047-AE05-BA40A230ABA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6575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0A0E8-3DF6-4047-AE05-BA40A230ABA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9207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0A0E8-3DF6-4047-AE05-BA40A230ABA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85214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0A0E8-3DF6-4047-AE05-BA40A230ABA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1460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0A0E8-3DF6-4047-AE05-BA40A230ABA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3260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0A0E8-3DF6-4047-AE05-BA40A230ABA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71910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0A0E8-3DF6-4047-AE05-BA40A230ABA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9039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0A0E8-3DF6-4047-AE05-BA40A230ABA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5878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0A0E8-3DF6-4047-AE05-BA40A230ABA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4208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0A0E8-3DF6-4047-AE05-BA40A230ABA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040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5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3769227" y="3851567"/>
            <a:ext cx="10749547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spc="-179" dirty="0" err="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outerpark</a:t>
            </a:r>
            <a:endParaRPr lang="en-US" sz="9000" spc="-179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grpSp>
        <p:nvGrpSpPr>
          <p:cNvPr id="12" name="Group 12"/>
          <p:cNvGrpSpPr/>
          <p:nvPr/>
        </p:nvGrpSpPr>
        <p:grpSpPr>
          <a:xfrm rot="5400000">
            <a:off x="8392616" y="1620478"/>
            <a:ext cx="1502767" cy="8945812"/>
            <a:chOff x="0" y="0"/>
            <a:chExt cx="419236" cy="249566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19236" cy="2495666"/>
            </a:xfrm>
            <a:custGeom>
              <a:avLst/>
              <a:gdLst/>
              <a:ahLst/>
              <a:cxnLst/>
              <a:rect l="l" t="t" r="r" b="b"/>
              <a:pathLst>
                <a:path w="419236" h="2495666">
                  <a:moveTo>
                    <a:pt x="10304" y="0"/>
                  </a:moveTo>
                  <a:lnTo>
                    <a:pt x="408932" y="0"/>
                  </a:lnTo>
                  <a:cubicBezTo>
                    <a:pt x="411665" y="0"/>
                    <a:pt x="414286" y="1086"/>
                    <a:pt x="416218" y="3018"/>
                  </a:cubicBezTo>
                  <a:cubicBezTo>
                    <a:pt x="418150" y="4950"/>
                    <a:pt x="419236" y="7571"/>
                    <a:pt x="419236" y="10304"/>
                  </a:cubicBezTo>
                  <a:lnTo>
                    <a:pt x="419236" y="2485363"/>
                  </a:lnTo>
                  <a:cubicBezTo>
                    <a:pt x="419236" y="2488096"/>
                    <a:pt x="418150" y="2490716"/>
                    <a:pt x="416218" y="2492649"/>
                  </a:cubicBezTo>
                  <a:cubicBezTo>
                    <a:pt x="414286" y="2494581"/>
                    <a:pt x="411665" y="2495666"/>
                    <a:pt x="408932" y="2495666"/>
                  </a:cubicBezTo>
                  <a:lnTo>
                    <a:pt x="10304" y="2495666"/>
                  </a:lnTo>
                  <a:cubicBezTo>
                    <a:pt x="7571" y="2495666"/>
                    <a:pt x="4950" y="2494581"/>
                    <a:pt x="3018" y="2492649"/>
                  </a:cubicBezTo>
                  <a:cubicBezTo>
                    <a:pt x="1086" y="2490716"/>
                    <a:pt x="0" y="2488096"/>
                    <a:pt x="0" y="2485363"/>
                  </a:cubicBezTo>
                  <a:lnTo>
                    <a:pt x="0" y="10304"/>
                  </a:lnTo>
                  <a:cubicBezTo>
                    <a:pt x="0" y="7571"/>
                    <a:pt x="1086" y="4950"/>
                    <a:pt x="3018" y="3018"/>
                  </a:cubicBezTo>
                  <a:cubicBezTo>
                    <a:pt x="4950" y="1086"/>
                    <a:pt x="7571" y="0"/>
                    <a:pt x="10304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419236" cy="2524241"/>
            </a:xfrm>
            <a:prstGeom prst="rect">
              <a:avLst/>
            </a:prstGeom>
          </p:spPr>
          <p:txBody>
            <a:bodyPr lIns="50148" tIns="50148" rIns="50148" bIns="50148" rtlCol="0" anchor="ctr"/>
            <a:lstStyle/>
            <a:p>
              <a:pPr marL="0" lvl="0" indent="0" algn="ctr">
                <a:lnSpc>
                  <a:spcPts val="16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534352" y="5398059"/>
            <a:ext cx="7219297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ko-KR" altLang="en-US" sz="9000" spc="-17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화면</a:t>
            </a:r>
            <a:r>
              <a:rPr lang="en-US" sz="9000" spc="-17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</a:t>
            </a:r>
            <a:r>
              <a:rPr lang="ko-KR" altLang="en-US" sz="9000" spc="-17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구현</a:t>
            </a:r>
            <a:endParaRPr lang="en-US" sz="9000" spc="-179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903004" y="7290231"/>
            <a:ext cx="6584417" cy="41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ko-KR" altLang="en-US" sz="2499" spc="-49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김홍섭</a:t>
            </a:r>
            <a:r>
              <a:rPr lang="en-US" altLang="ko-KR" sz="2499" spc="-49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, </a:t>
            </a:r>
            <a:r>
              <a:rPr lang="ko-KR" altLang="en-US" sz="2499" spc="-49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임새롬</a:t>
            </a:r>
            <a:r>
              <a:rPr lang="en-US" altLang="ko-KR" sz="2499" spc="-49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, </a:t>
            </a:r>
            <a:r>
              <a:rPr lang="ko-KR" altLang="en-US" sz="2499" spc="-49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장지원</a:t>
            </a:r>
            <a:endParaRPr lang="en-US" sz="2499" spc="-49" dirty="0">
              <a:solidFill>
                <a:srgbClr val="000000"/>
              </a:solidFill>
              <a:latin typeface="윤고딕 Semi-Bold"/>
              <a:ea typeface="윤고딕 Semi-Bold"/>
              <a:cs typeface="윤고딕 Semi-Bold"/>
              <a:sym typeface="윤고딕 Semi-Bold"/>
            </a:endParaRPr>
          </a:p>
        </p:txBody>
      </p:sp>
      <p:sp>
        <p:nvSpPr>
          <p:cNvPr id="19" name="Freeform 19"/>
          <p:cNvSpPr/>
          <p:nvPr/>
        </p:nvSpPr>
        <p:spPr>
          <a:xfrm rot="-886511">
            <a:off x="13048058" y="6441390"/>
            <a:ext cx="471414" cy="825232"/>
          </a:xfrm>
          <a:custGeom>
            <a:avLst/>
            <a:gdLst/>
            <a:ahLst/>
            <a:cxnLst/>
            <a:rect l="l" t="t" r="r" b="b"/>
            <a:pathLst>
              <a:path w="471414" h="825232">
                <a:moveTo>
                  <a:pt x="0" y="0"/>
                </a:moveTo>
                <a:lnTo>
                  <a:pt x="471414" y="0"/>
                </a:lnTo>
                <a:lnTo>
                  <a:pt x="471414" y="825232"/>
                </a:lnTo>
                <a:lnTo>
                  <a:pt x="0" y="825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139" y="369061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4884749" y="472684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ko-KR" alt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목차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9786F0-F1C4-4828-A6B0-DA43BAA67561}"/>
              </a:ext>
            </a:extLst>
          </p:cNvPr>
          <p:cNvSpPr txBox="1"/>
          <p:nvPr/>
        </p:nvSpPr>
        <p:spPr>
          <a:xfrm>
            <a:off x="4891375" y="4124743"/>
            <a:ext cx="8488352" cy="741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39"/>
              </a:lnSpc>
              <a:spcBef>
                <a:spcPct val="0"/>
              </a:spcBef>
            </a:pPr>
            <a:r>
              <a:rPr lang="en-US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2. </a:t>
            </a:r>
            <a:r>
              <a:rPr lang="ko-KR" altLang="en-US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메인 페이지 </a:t>
            </a:r>
            <a:r>
              <a:rPr lang="en-US" altLang="ko-KR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: </a:t>
            </a:r>
            <a:r>
              <a:rPr lang="en-US" altLang="ko-KR" sz="3600" spc="-91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TDTD평고딕"/>
                <a:sym typeface="TDTD평고딕"/>
              </a:rPr>
              <a:t>main.html </a:t>
            </a:r>
            <a:endParaRPr lang="en-US" sz="3600" spc="-91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TDTD평고딕"/>
              <a:sym typeface="TDTD평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A3897F-CDF5-4284-A862-5B8497BA14EE}"/>
              </a:ext>
            </a:extLst>
          </p:cNvPr>
          <p:cNvSpPr txBox="1"/>
          <p:nvPr/>
        </p:nvSpPr>
        <p:spPr>
          <a:xfrm>
            <a:off x="4884748" y="5536897"/>
            <a:ext cx="11469757" cy="741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39"/>
              </a:lnSpc>
              <a:spcBef>
                <a:spcPct val="0"/>
              </a:spcBef>
            </a:pPr>
            <a:r>
              <a:rPr lang="en-US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3. </a:t>
            </a:r>
            <a:r>
              <a:rPr lang="ko-KR" altLang="en-US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티켓 메인 페이지</a:t>
            </a:r>
            <a:r>
              <a:rPr lang="en-US" altLang="ko-KR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: </a:t>
            </a:r>
            <a:r>
              <a:rPr lang="en-US" altLang="ko-KR" sz="3600" spc="-91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TDTD평고딕"/>
                <a:sym typeface="TDTD평고딕"/>
              </a:rPr>
              <a:t>ticket_main.html </a:t>
            </a:r>
            <a:endParaRPr lang="en-US" sz="3600" spc="-91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TDTD평고딕"/>
              <a:sym typeface="TDTD평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1243CC-B96E-4467-9574-788CC55E1EB6}"/>
              </a:ext>
            </a:extLst>
          </p:cNvPr>
          <p:cNvSpPr txBox="1"/>
          <p:nvPr/>
        </p:nvSpPr>
        <p:spPr>
          <a:xfrm>
            <a:off x="4881435" y="6949051"/>
            <a:ext cx="11469757" cy="741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39"/>
              </a:lnSpc>
              <a:spcBef>
                <a:spcPct val="0"/>
              </a:spcBef>
            </a:pPr>
            <a:r>
              <a:rPr lang="en-US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4. </a:t>
            </a:r>
            <a:r>
              <a:rPr lang="ko-KR" altLang="en-US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연극 상세 페이지</a:t>
            </a:r>
            <a:r>
              <a:rPr lang="en-US" altLang="ko-KR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: </a:t>
            </a:r>
            <a:r>
              <a:rPr lang="en-US" altLang="ko-KR" sz="3600" spc="-91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TDTD평고딕"/>
                <a:sym typeface="TDTD평고딕"/>
              </a:rPr>
              <a:t>ticket_detail.html </a:t>
            </a:r>
            <a:endParaRPr lang="en-US" sz="3600" spc="-91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TDTD평고딕"/>
              <a:sym typeface="TDTD평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E8957A-7564-47F1-9D60-E2CF9F4E3C9F}"/>
              </a:ext>
            </a:extLst>
          </p:cNvPr>
          <p:cNvSpPr txBox="1"/>
          <p:nvPr/>
        </p:nvSpPr>
        <p:spPr>
          <a:xfrm>
            <a:off x="4884749" y="2715795"/>
            <a:ext cx="9961000" cy="738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39"/>
              </a:lnSpc>
              <a:spcBef>
                <a:spcPct val="0"/>
              </a:spcBef>
            </a:pPr>
            <a:r>
              <a:rPr lang="en-US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1. </a:t>
            </a:r>
            <a:r>
              <a:rPr lang="en-US" altLang="ko-KR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Header, Footer </a:t>
            </a:r>
            <a:r>
              <a:rPr lang="ko-KR" altLang="en-US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공통 영역 검사</a:t>
            </a:r>
            <a:endParaRPr lang="en-US" sz="3600" spc="-91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TDTD평고딕"/>
              <a:sym typeface="TDTD평고딕"/>
            </a:endParaRPr>
          </a:p>
        </p:txBody>
      </p:sp>
    </p:spTree>
    <p:extLst>
      <p:ext uri="{BB962C8B-B14F-4D97-AF65-F5344CB8AC3E}">
        <p14:creationId xmlns:p14="http://schemas.microsoft.com/office/powerpoint/2010/main" val="5954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5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1F0B8254-E958-4B0C-A129-9A95B9B79006}"/>
              </a:ext>
            </a:extLst>
          </p:cNvPr>
          <p:cNvSpPr txBox="1"/>
          <p:nvPr/>
        </p:nvSpPr>
        <p:spPr>
          <a:xfrm>
            <a:off x="4876800" y="461163"/>
            <a:ext cx="9961000" cy="738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39"/>
              </a:lnSpc>
              <a:spcBef>
                <a:spcPct val="0"/>
              </a:spcBef>
            </a:pPr>
            <a:r>
              <a:rPr lang="en-US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1. </a:t>
            </a:r>
            <a:r>
              <a:rPr lang="en-US" altLang="ko-KR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Header, Footer </a:t>
            </a:r>
            <a:r>
              <a:rPr lang="ko-KR" altLang="en-US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공통 영역 검사</a:t>
            </a:r>
            <a:endParaRPr lang="en-US" sz="3600" spc="-91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TDTD평고딕"/>
              <a:sym typeface="TDTD평고딕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FE0F0CA-C73E-4FA8-A679-2FBB680EA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4918" y="2876296"/>
            <a:ext cx="13796963" cy="2924064"/>
          </a:xfrm>
          <a:prstGeom prst="rect">
            <a:avLst/>
          </a:prstGeom>
        </p:spPr>
      </p:pic>
      <p:sp>
        <p:nvSpPr>
          <p:cNvPr id="26" name="TextBox 10">
            <a:extLst>
              <a:ext uri="{FF2B5EF4-FFF2-40B4-BE49-F238E27FC236}">
                <a16:creationId xmlns:a16="http://schemas.microsoft.com/office/drawing/2014/main" id="{2F469015-6034-4C6E-8AE7-72CED7F3FDDE}"/>
              </a:ext>
            </a:extLst>
          </p:cNvPr>
          <p:cNvSpPr txBox="1"/>
          <p:nvPr/>
        </p:nvSpPr>
        <p:spPr>
          <a:xfrm>
            <a:off x="6934200" y="1955180"/>
            <a:ext cx="7113687" cy="47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- Header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</a:t>
            </a: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html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검사</a:t>
            </a:r>
            <a:endParaRPr lang="en-US" sz="2799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70C9D6D-6C4C-48FB-BA75-486A9557D0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6861" y="6248461"/>
            <a:ext cx="6974043" cy="210875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33744AA-C4BA-477F-BA12-606632A79351}"/>
              </a:ext>
            </a:extLst>
          </p:cNvPr>
          <p:cNvSpPr txBox="1"/>
          <p:nvPr/>
        </p:nvSpPr>
        <p:spPr>
          <a:xfrm>
            <a:off x="9753600" y="643890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윤고딕 Semi-Bold" panose="020B0600000101010101" charset="-127"/>
                <a:ea typeface="윤고딕 Semi-Bold" panose="020B0600000101010101" charset="-127"/>
              </a:rPr>
              <a:t>a</a:t>
            </a:r>
            <a:r>
              <a:rPr lang="ko-KR" altLang="en-US" sz="2400" dirty="0">
                <a:latin typeface="윤고딕 Semi-Bold" panose="020B0600000101010101" charset="-127"/>
                <a:ea typeface="윤고딕 Semi-Bold" panose="020B0600000101010101" charset="-127"/>
              </a:rPr>
              <a:t>태그의 종료부분이 중첩이 되어있으면 안된다</a:t>
            </a:r>
            <a:r>
              <a:rPr lang="en-US" altLang="ko-KR" sz="2400" dirty="0">
                <a:latin typeface="윤고딕 Semi-Bold" panose="020B0600000101010101" charset="-127"/>
                <a:ea typeface="윤고딕 Semi-Bold" panose="020B0600000101010101" charset="-127"/>
              </a:rPr>
              <a:t>.</a:t>
            </a:r>
            <a:endParaRPr lang="ko-KR" altLang="en-US" sz="2400" dirty="0">
              <a:latin typeface="윤고딕 Semi-Bold" panose="020B0600000101010101" charset="-127"/>
              <a:ea typeface="윤고딕 Semi-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605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1F0B8254-E958-4B0C-A129-9A95B9B79006}"/>
              </a:ext>
            </a:extLst>
          </p:cNvPr>
          <p:cNvSpPr txBox="1"/>
          <p:nvPr/>
        </p:nvSpPr>
        <p:spPr>
          <a:xfrm>
            <a:off x="4876800" y="461163"/>
            <a:ext cx="9961000" cy="738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39"/>
              </a:lnSpc>
              <a:spcBef>
                <a:spcPct val="0"/>
              </a:spcBef>
            </a:pPr>
            <a:r>
              <a:rPr lang="en-US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1. </a:t>
            </a:r>
            <a:r>
              <a:rPr lang="en-US" altLang="ko-KR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Header, Footer </a:t>
            </a:r>
            <a:r>
              <a:rPr lang="ko-KR" altLang="en-US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공통 영역 검사</a:t>
            </a:r>
            <a:endParaRPr lang="en-US" sz="3600" spc="-91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TDTD평고딕"/>
              <a:sym typeface="TDTD평고딕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2F469015-6034-4C6E-8AE7-72CED7F3FDDE}"/>
              </a:ext>
            </a:extLst>
          </p:cNvPr>
          <p:cNvSpPr txBox="1"/>
          <p:nvPr/>
        </p:nvSpPr>
        <p:spPr>
          <a:xfrm>
            <a:off x="1563757" y="1656446"/>
            <a:ext cx="7113687" cy="47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- Header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</a:t>
            </a: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html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오류 해결</a:t>
            </a:r>
            <a:endParaRPr lang="en-US" sz="2799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69BAED07-6B14-4C74-B188-763CDEF84B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0690" y="2912371"/>
            <a:ext cx="7223258" cy="192523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33744AA-C4BA-477F-BA12-606632A79351}"/>
              </a:ext>
            </a:extLst>
          </p:cNvPr>
          <p:cNvSpPr txBox="1"/>
          <p:nvPr/>
        </p:nvSpPr>
        <p:spPr>
          <a:xfrm>
            <a:off x="1563757" y="8168889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윤고딕 Semi-Bold" panose="020B0600000101010101" charset="-127"/>
                <a:ea typeface="윤고딕 Semi-Bold" panose="020B0600000101010101" charset="-127"/>
              </a:rPr>
              <a:t>a</a:t>
            </a:r>
            <a:r>
              <a:rPr lang="ko-KR" altLang="en-US" sz="2400" dirty="0">
                <a:latin typeface="윤고딕 Semi-Bold" panose="020B0600000101010101" charset="-127"/>
                <a:ea typeface="윤고딕 Semi-Bold" panose="020B0600000101010101" charset="-127"/>
              </a:rPr>
              <a:t>태그의 종료부분이 제대로 지정</a:t>
            </a:r>
          </a:p>
        </p:txBody>
      </p:sp>
    </p:spTree>
    <p:extLst>
      <p:ext uri="{BB962C8B-B14F-4D97-AF65-F5344CB8AC3E}">
        <p14:creationId xmlns:p14="http://schemas.microsoft.com/office/powerpoint/2010/main" val="833295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1F0B8254-E958-4B0C-A129-9A95B9B79006}"/>
              </a:ext>
            </a:extLst>
          </p:cNvPr>
          <p:cNvSpPr txBox="1"/>
          <p:nvPr/>
        </p:nvSpPr>
        <p:spPr>
          <a:xfrm>
            <a:off x="4876800" y="461163"/>
            <a:ext cx="9961000" cy="738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39"/>
              </a:lnSpc>
              <a:spcBef>
                <a:spcPct val="0"/>
              </a:spcBef>
            </a:pPr>
            <a:r>
              <a:rPr lang="en-US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1. </a:t>
            </a:r>
            <a:r>
              <a:rPr lang="en-US" altLang="ko-KR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Header, Footer </a:t>
            </a:r>
            <a:r>
              <a:rPr lang="ko-KR" altLang="en-US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공통 영역 검사</a:t>
            </a:r>
            <a:endParaRPr lang="en-US" sz="3600" spc="-91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TDTD평고딕"/>
              <a:sym typeface="TDTD평고딕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2F469015-6034-4C6E-8AE7-72CED7F3FDDE}"/>
              </a:ext>
            </a:extLst>
          </p:cNvPr>
          <p:cNvSpPr txBox="1"/>
          <p:nvPr/>
        </p:nvSpPr>
        <p:spPr>
          <a:xfrm>
            <a:off x="6934200" y="1955180"/>
            <a:ext cx="7113687" cy="47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- </a:t>
            </a:r>
            <a:r>
              <a:rPr lang="en-US" altLang="ko-KR" sz="2799" dirty="0" err="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Footerr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</a:t>
            </a: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html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검사</a:t>
            </a:r>
            <a:endParaRPr lang="en-US" sz="2799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3744AA-C4BA-477F-BA12-606632A79351}"/>
              </a:ext>
            </a:extLst>
          </p:cNvPr>
          <p:cNvSpPr txBox="1"/>
          <p:nvPr/>
        </p:nvSpPr>
        <p:spPr>
          <a:xfrm>
            <a:off x="1123871" y="7852561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윤고딕 Semi-Bold" panose="020B0600000101010101" charset="-127"/>
                <a:ea typeface="윤고딕 Semi-Bold" panose="020B0600000101010101" charset="-127"/>
              </a:rPr>
              <a:t> </a:t>
            </a:r>
            <a:r>
              <a:rPr lang="ko-KR" altLang="en-US" sz="2400" dirty="0">
                <a:latin typeface="윤고딕 Semi-Bold" panose="020B0600000101010101" charset="-127"/>
                <a:ea typeface="윤고딕 Semi-Bold" panose="020B0600000101010101" charset="-127"/>
              </a:rPr>
              <a:t>리스트 </a:t>
            </a:r>
            <a:r>
              <a:rPr lang="en-US" altLang="ko-KR" sz="2400" dirty="0">
                <a:latin typeface="윤고딕 Semi-Bold" panose="020B0600000101010101" charset="-127"/>
                <a:ea typeface="윤고딕 Semi-Bold" panose="020B0600000101010101" charset="-127"/>
              </a:rPr>
              <a:t>ul </a:t>
            </a:r>
            <a:r>
              <a:rPr lang="ko-KR" altLang="en-US" sz="2400" dirty="0">
                <a:latin typeface="윤고딕 Semi-Bold" panose="020B0600000101010101" charset="-127"/>
                <a:ea typeface="윤고딕 Semi-Bold" panose="020B0600000101010101" charset="-127"/>
              </a:rPr>
              <a:t>안에 </a:t>
            </a:r>
            <a:r>
              <a:rPr lang="en-US" altLang="ko-KR" sz="2400" dirty="0">
                <a:latin typeface="윤고딕 Semi-Bold" panose="020B0600000101010101" charset="-127"/>
                <a:ea typeface="윤고딕 Semi-Bold" panose="020B0600000101010101" charset="-127"/>
              </a:rPr>
              <a:t>span </a:t>
            </a:r>
            <a:r>
              <a:rPr lang="ko-KR" altLang="en-US" sz="2400" dirty="0">
                <a:latin typeface="윤고딕 Semi-Bold" panose="020B0600000101010101" charset="-127"/>
                <a:ea typeface="윤고딕 Semi-Bold" panose="020B0600000101010101" charset="-127"/>
              </a:rPr>
              <a:t>태그는 자식요소로 허락하지 않는다</a:t>
            </a:r>
            <a:r>
              <a:rPr lang="en-US" altLang="ko-KR" sz="2400" dirty="0">
                <a:latin typeface="윤고딕 Semi-Bold" panose="020B0600000101010101" charset="-127"/>
                <a:ea typeface="윤고딕 Semi-Bold" panose="020B0600000101010101" charset="-127"/>
              </a:rPr>
              <a:t>.</a:t>
            </a:r>
            <a:endParaRPr lang="ko-KR" altLang="en-US" sz="2400" dirty="0">
              <a:latin typeface="윤고딕 Semi-Bold" panose="020B0600000101010101" charset="-127"/>
              <a:ea typeface="윤고딕 Semi-Bold" panose="020B0600000101010101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25FD9A6-BDF8-4A0B-8CF1-CE1AF7DECD6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871" y="2624655"/>
            <a:ext cx="9334042" cy="46049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F8103B-4E61-4E9D-B436-4C0ACF6869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1116" y="2599807"/>
            <a:ext cx="5563376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577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1F0B8254-E958-4B0C-A129-9A95B9B79006}"/>
              </a:ext>
            </a:extLst>
          </p:cNvPr>
          <p:cNvSpPr txBox="1"/>
          <p:nvPr/>
        </p:nvSpPr>
        <p:spPr>
          <a:xfrm>
            <a:off x="4876800" y="461163"/>
            <a:ext cx="9961000" cy="738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39"/>
              </a:lnSpc>
              <a:spcBef>
                <a:spcPct val="0"/>
              </a:spcBef>
            </a:pPr>
            <a:r>
              <a:rPr lang="en-US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1. </a:t>
            </a:r>
            <a:r>
              <a:rPr lang="en-US" altLang="ko-KR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Header, Footer </a:t>
            </a:r>
            <a:r>
              <a:rPr lang="ko-KR" altLang="en-US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공통 영역 검사</a:t>
            </a:r>
            <a:endParaRPr lang="en-US" sz="3600" spc="-91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TDTD평고딕"/>
              <a:sym typeface="TDTD평고딕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2F469015-6034-4C6E-8AE7-72CED7F3FDDE}"/>
              </a:ext>
            </a:extLst>
          </p:cNvPr>
          <p:cNvSpPr txBox="1"/>
          <p:nvPr/>
        </p:nvSpPr>
        <p:spPr>
          <a:xfrm>
            <a:off x="6705600" y="1830738"/>
            <a:ext cx="7113687" cy="47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- </a:t>
            </a:r>
            <a:r>
              <a:rPr lang="en-US" altLang="ko-KR" sz="2799" dirty="0" err="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Footerr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</a:t>
            </a: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html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오류 해결</a:t>
            </a:r>
            <a:endParaRPr lang="en-US" sz="2799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3744AA-C4BA-477F-BA12-606632A79351}"/>
              </a:ext>
            </a:extLst>
          </p:cNvPr>
          <p:cNvSpPr txBox="1"/>
          <p:nvPr/>
        </p:nvSpPr>
        <p:spPr>
          <a:xfrm>
            <a:off x="5715000" y="7980586"/>
            <a:ext cx="8534400" cy="951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윤고딕 Semi-Bold" panose="020B0600000101010101" charset="-127"/>
                <a:ea typeface="윤고딕 Semi-Bold" panose="020B0600000101010101" charset="-127"/>
              </a:rPr>
              <a:t> </a:t>
            </a:r>
            <a:r>
              <a:rPr lang="ko-KR" altLang="en-US" sz="2400" dirty="0">
                <a:latin typeface="윤고딕 Semi-Bold" panose="020B0600000101010101" charset="-127"/>
                <a:ea typeface="윤고딕 Semi-Bold" panose="020B0600000101010101" charset="-127"/>
              </a:rPr>
              <a:t>리스트 </a:t>
            </a:r>
            <a:r>
              <a:rPr lang="en-US" altLang="ko-KR" sz="2400" dirty="0">
                <a:latin typeface="윤고딕 Semi-Bold" panose="020B0600000101010101" charset="-127"/>
                <a:ea typeface="윤고딕 Semi-Bold" panose="020B0600000101010101" charset="-127"/>
              </a:rPr>
              <a:t>ul </a:t>
            </a:r>
            <a:r>
              <a:rPr lang="ko-KR" altLang="en-US" sz="2400" dirty="0">
                <a:latin typeface="윤고딕 Semi-Bold" panose="020B0600000101010101" charset="-127"/>
                <a:ea typeface="윤고딕 Semi-Bold" panose="020B0600000101010101" charset="-127"/>
              </a:rPr>
              <a:t>안에 </a:t>
            </a:r>
            <a:r>
              <a:rPr lang="en-US" altLang="ko-KR" sz="2400" dirty="0">
                <a:latin typeface="윤고딕 Semi-Bold" panose="020B0600000101010101" charset="-127"/>
                <a:ea typeface="윤고딕 Semi-Bold" panose="020B0600000101010101" charset="-127"/>
              </a:rPr>
              <a:t>span </a:t>
            </a:r>
            <a:r>
              <a:rPr lang="ko-KR" altLang="en-US" sz="2400" dirty="0">
                <a:latin typeface="윤고딕 Semi-Bold" panose="020B0600000101010101" charset="-127"/>
                <a:ea typeface="윤고딕 Semi-Bold" panose="020B0600000101010101" charset="-127"/>
              </a:rPr>
              <a:t>태그는 </a:t>
            </a:r>
            <a:r>
              <a:rPr lang="en-US" altLang="ko-KR" sz="2400" dirty="0">
                <a:latin typeface="윤고딕 Semi-Bold" panose="020B0600000101010101" charset="-127"/>
                <a:ea typeface="윤고딕 Semi-Bold" panose="020B0600000101010101" charset="-127"/>
              </a:rPr>
              <a:t>li </a:t>
            </a:r>
            <a:r>
              <a:rPr lang="ko-KR" altLang="en-US" sz="2400" dirty="0">
                <a:latin typeface="윤고딕 Semi-Bold" panose="020B0600000101010101" charset="-127"/>
                <a:ea typeface="윤고딕 Semi-Bold" panose="020B0600000101010101" charset="-127"/>
              </a:rPr>
              <a:t>요소로 바꾼다</a:t>
            </a:r>
            <a:r>
              <a:rPr lang="en-US" altLang="ko-KR" sz="2400" dirty="0">
                <a:latin typeface="윤고딕 Semi-Bold" panose="020B0600000101010101" charset="-127"/>
                <a:ea typeface="윤고딕 Semi-Bold" panose="020B0600000101010101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윤고딕 Semi-Bold" panose="020B0600000101010101" charset="-127"/>
                <a:ea typeface="윤고딕 Semi-Bold" panose="020B0600000101010101" charset="-127"/>
              </a:rPr>
              <a:t>&lt;</a:t>
            </a:r>
            <a:r>
              <a:rPr lang="en-US" altLang="ko-KR" sz="2400" dirty="0" err="1">
                <a:latin typeface="윤고딕 Semi-Bold" panose="020B0600000101010101" charset="-127"/>
                <a:ea typeface="윤고딕 Semi-Bold" panose="020B0600000101010101" charset="-127"/>
              </a:rPr>
              <a:t>br</a:t>
            </a:r>
            <a:r>
              <a:rPr lang="en-US" altLang="ko-KR" sz="2400" dirty="0">
                <a:latin typeface="윤고딕 Semi-Bold" panose="020B0600000101010101" charset="-127"/>
                <a:ea typeface="윤고딕 Semi-Bold" panose="020B0600000101010101" charset="-127"/>
              </a:rPr>
              <a:t>/&gt;</a:t>
            </a:r>
            <a:r>
              <a:rPr lang="ko-KR" altLang="en-US" sz="2400" dirty="0">
                <a:latin typeface="윤고딕 Semi-Bold" panose="020B0600000101010101" charset="-127"/>
                <a:ea typeface="윤고딕 Semi-Bold" panose="020B0600000101010101" charset="-127"/>
              </a:rPr>
              <a:t> 태그의 </a:t>
            </a:r>
            <a:r>
              <a:rPr lang="en-US" altLang="ko-KR" sz="2400" dirty="0">
                <a:latin typeface="윤고딕 Semi-Bold" panose="020B0600000101010101" charset="-127"/>
                <a:ea typeface="윤고딕 Semi-Bold" panose="020B0600000101010101" charset="-127"/>
              </a:rPr>
              <a:t>info</a:t>
            </a:r>
            <a:r>
              <a:rPr lang="ko-KR" altLang="en-US" sz="2400" dirty="0">
                <a:latin typeface="윤고딕 Semi-Bold" panose="020B0600000101010101" charset="-127"/>
                <a:ea typeface="윤고딕 Semi-Bold" panose="020B0600000101010101" charset="-127"/>
              </a:rPr>
              <a:t>만 존재하고 나머지 오류는 해결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4C8D9B5-5EDA-45CD-A1B3-BF4A3F25C1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539" y="2665843"/>
            <a:ext cx="10385070" cy="495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609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F402B25F-1F63-4793-A9B6-751F79A862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2728025"/>
            <a:ext cx="14187488" cy="3816561"/>
          </a:xfrm>
          <a:prstGeom prst="rect">
            <a:avLst/>
          </a:prstGeom>
        </p:spPr>
      </p:pic>
      <p:sp>
        <p:nvSpPr>
          <p:cNvPr id="21" name="TextBox 10">
            <a:extLst>
              <a:ext uri="{FF2B5EF4-FFF2-40B4-BE49-F238E27FC236}">
                <a16:creationId xmlns:a16="http://schemas.microsoft.com/office/drawing/2014/main" id="{7F495B53-5BF0-449F-9157-7E3AFA7CB634}"/>
              </a:ext>
            </a:extLst>
          </p:cNvPr>
          <p:cNvSpPr txBox="1"/>
          <p:nvPr/>
        </p:nvSpPr>
        <p:spPr>
          <a:xfrm>
            <a:off x="7010400" y="1794953"/>
            <a:ext cx="7113687" cy="47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- common.css 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검사</a:t>
            </a:r>
            <a:endParaRPr lang="en-US" sz="2799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BB10A7-B92A-4D07-8C7C-44B64DD182A9}"/>
              </a:ext>
            </a:extLst>
          </p:cNvPr>
          <p:cNvSpPr txBox="1"/>
          <p:nvPr/>
        </p:nvSpPr>
        <p:spPr>
          <a:xfrm>
            <a:off x="4876800" y="461163"/>
            <a:ext cx="9961000" cy="738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39"/>
              </a:lnSpc>
              <a:spcBef>
                <a:spcPct val="0"/>
              </a:spcBef>
            </a:pPr>
            <a:r>
              <a:rPr lang="en-US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1. </a:t>
            </a:r>
            <a:r>
              <a:rPr lang="en-US" altLang="ko-KR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Header, Footer </a:t>
            </a:r>
            <a:r>
              <a:rPr lang="ko-KR" altLang="en-US" sz="36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공통 영역 검사</a:t>
            </a:r>
            <a:endParaRPr lang="en-US" sz="3600" spc="-91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TDTD평고딕"/>
              <a:sym typeface="TDTD평고딕"/>
            </a:endParaRPr>
          </a:p>
        </p:txBody>
      </p:sp>
    </p:spTree>
    <p:extLst>
      <p:ext uri="{BB962C8B-B14F-4D97-AF65-F5344CB8AC3E}">
        <p14:creationId xmlns:p14="http://schemas.microsoft.com/office/powerpoint/2010/main" val="2214833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">
            <a:extLst>
              <a:ext uri="{FF2B5EF4-FFF2-40B4-BE49-F238E27FC236}">
                <a16:creationId xmlns:a16="http://schemas.microsoft.com/office/drawing/2014/main" id="{A9923B8E-586C-424B-84A1-DF0B1F628BC2}"/>
              </a:ext>
            </a:extLst>
          </p:cNvPr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20" name="Group 3">
              <a:extLst>
                <a:ext uri="{FF2B5EF4-FFF2-40B4-BE49-F238E27FC236}">
                  <a16:creationId xmlns:a16="http://schemas.microsoft.com/office/drawing/2014/main" id="{C0377E86-09BE-4230-AEF4-4B776D41897A}"/>
                </a:ext>
              </a:extLst>
            </p:cNvPr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23" name="Freeform 4">
                <a:extLst>
                  <a:ext uri="{FF2B5EF4-FFF2-40B4-BE49-F238E27FC236}">
                    <a16:creationId xmlns:a16="http://schemas.microsoft.com/office/drawing/2014/main" id="{089D943C-2707-40C1-9F7B-3EBD45E6B7A5}"/>
                  </a:ext>
                </a:extLst>
              </p:cNvPr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4" name="TextBox 5">
                <a:extLst>
                  <a:ext uri="{FF2B5EF4-FFF2-40B4-BE49-F238E27FC236}">
                    <a16:creationId xmlns:a16="http://schemas.microsoft.com/office/drawing/2014/main" id="{16C8F502-D3F2-40D7-9FBF-B86ACF5AA24E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1" name="AutoShape 6">
              <a:extLst>
                <a:ext uri="{FF2B5EF4-FFF2-40B4-BE49-F238E27FC236}">
                  <a16:creationId xmlns:a16="http://schemas.microsoft.com/office/drawing/2014/main" id="{78A9DD50-18E0-4382-9E45-0CBF06B44E51}"/>
                </a:ext>
              </a:extLst>
            </p:cNvPr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29F7BCFE-EBFF-4F55-B8C5-F685A08E5369}"/>
                </a:ext>
              </a:extLst>
            </p:cNvPr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4884749" y="472684"/>
            <a:ext cx="8517301" cy="779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altLang="ko-KR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2. </a:t>
            </a:r>
            <a:r>
              <a:rPr lang="ko-KR" altLang="en-US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메인 페이지 </a:t>
            </a:r>
            <a:r>
              <a:rPr lang="en-US" altLang="ko-KR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: </a:t>
            </a:r>
            <a:r>
              <a:rPr lang="en-US" altLang="ko-KR" sz="4800" spc="-91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TDTD평고딕"/>
                <a:sym typeface="TDTD평고딕"/>
              </a:rPr>
              <a:t>main.html 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8EABBB25-D980-49A3-9B9B-D262D28E0DD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848" r="11144" b="65639"/>
          <a:stretch/>
        </p:blipFill>
        <p:spPr>
          <a:xfrm>
            <a:off x="1365968" y="2256372"/>
            <a:ext cx="6934200" cy="627665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E198184-357F-41DE-8DC5-5014184D9D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2132264"/>
            <a:ext cx="7022227" cy="6380741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218BAE31-E6C2-44F8-9937-AC6056F18A46}"/>
              </a:ext>
            </a:extLst>
          </p:cNvPr>
          <p:cNvSpPr/>
          <p:nvPr/>
        </p:nvSpPr>
        <p:spPr>
          <a:xfrm>
            <a:off x="9631856" y="2877106"/>
            <a:ext cx="7023425" cy="5655918"/>
          </a:xfrm>
          <a:prstGeom prst="rect">
            <a:avLst/>
          </a:prstGeom>
          <a:noFill/>
          <a:ln w="38100">
            <a:solidFill>
              <a:srgbClr val="415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4154FF"/>
                </a:solidFill>
              </a:ln>
              <a:noFill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B84FA722-228C-4193-9D08-8953418EE8DC}"/>
              </a:ext>
            </a:extLst>
          </p:cNvPr>
          <p:cNvSpPr txBox="1"/>
          <p:nvPr/>
        </p:nvSpPr>
        <p:spPr>
          <a:xfrm>
            <a:off x="12210347" y="2294576"/>
            <a:ext cx="1866442" cy="5825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header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AEFDCF6-D712-445C-9481-9E8307C848A7}"/>
              </a:ext>
            </a:extLst>
          </p:cNvPr>
          <p:cNvSpPr/>
          <p:nvPr/>
        </p:nvSpPr>
        <p:spPr>
          <a:xfrm>
            <a:off x="9631856" y="2137102"/>
            <a:ext cx="7023426" cy="740004"/>
          </a:xfrm>
          <a:prstGeom prst="rect">
            <a:avLst/>
          </a:prstGeom>
          <a:noFill/>
          <a:ln w="38100">
            <a:solidFill>
              <a:srgbClr val="415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4154FF"/>
                </a:solidFill>
              </a:ln>
              <a:noFill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3E178FD9-E86C-4F05-BE3B-A00926921FDD}"/>
              </a:ext>
            </a:extLst>
          </p:cNvPr>
          <p:cNvSpPr txBox="1"/>
          <p:nvPr/>
        </p:nvSpPr>
        <p:spPr>
          <a:xfrm>
            <a:off x="11245871" y="4812166"/>
            <a:ext cx="1866442" cy="5825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main</a:t>
            </a:r>
          </a:p>
        </p:txBody>
      </p:sp>
    </p:spTree>
    <p:extLst>
      <p:ext uri="{BB962C8B-B14F-4D97-AF65-F5344CB8AC3E}">
        <p14:creationId xmlns:p14="http://schemas.microsoft.com/office/powerpoint/2010/main" val="3467330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A5049-03A7-945E-73A6-4DAFDC2A7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4EDA6BAC-4A50-B881-6DDA-A479A7E4F1D6}"/>
              </a:ext>
            </a:extLst>
          </p:cNvPr>
          <p:cNvGrpSpPr/>
          <p:nvPr/>
        </p:nvGrpSpPr>
        <p:grpSpPr>
          <a:xfrm rot="5400000">
            <a:off x="4403379" y="-3581160"/>
            <a:ext cx="9480042" cy="17449321"/>
            <a:chOff x="0" y="0"/>
            <a:chExt cx="2547656" cy="468946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AF6F5FB-E770-4AA1-FC5B-BBF44310C295}"/>
                </a:ext>
              </a:extLst>
            </p:cNvPr>
            <p:cNvSpPr/>
            <p:nvPr/>
          </p:nvSpPr>
          <p:spPr>
            <a:xfrm>
              <a:off x="0" y="0"/>
              <a:ext cx="2547656" cy="4689466"/>
            </a:xfrm>
            <a:custGeom>
              <a:avLst/>
              <a:gdLst/>
              <a:ahLst/>
              <a:cxnLst/>
              <a:rect l="l" t="t" r="r" b="b"/>
              <a:pathLst>
                <a:path w="2547656" h="4689466">
                  <a:moveTo>
                    <a:pt x="2547656" y="28335"/>
                  </a:moveTo>
                  <a:lnTo>
                    <a:pt x="2547656" y="4661131"/>
                  </a:lnTo>
                  <a:cubicBezTo>
                    <a:pt x="2547656" y="4676780"/>
                    <a:pt x="2534970" y="4689466"/>
                    <a:pt x="2519322" y="4689466"/>
                  </a:cubicBezTo>
                  <a:lnTo>
                    <a:pt x="28335" y="4689466"/>
                  </a:lnTo>
                  <a:cubicBezTo>
                    <a:pt x="12686" y="4689466"/>
                    <a:pt x="0" y="4676780"/>
                    <a:pt x="0" y="4661131"/>
                  </a:cubicBezTo>
                  <a:lnTo>
                    <a:pt x="0" y="28335"/>
                  </a:lnTo>
                  <a:cubicBezTo>
                    <a:pt x="0" y="12686"/>
                    <a:pt x="12686" y="0"/>
                    <a:pt x="28335" y="0"/>
                  </a:cubicBezTo>
                  <a:lnTo>
                    <a:pt x="2519322" y="0"/>
                  </a:lnTo>
                  <a:cubicBezTo>
                    <a:pt x="2526836" y="0"/>
                    <a:pt x="2534044" y="2985"/>
                    <a:pt x="2539357" y="8299"/>
                  </a:cubicBezTo>
                  <a:cubicBezTo>
                    <a:pt x="2544671" y="13613"/>
                    <a:pt x="2547656" y="20820"/>
                    <a:pt x="2547656" y="28335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FA78F44-374F-8E87-10BB-7EB2CDDF67DF}"/>
                </a:ext>
              </a:extLst>
            </p:cNvPr>
            <p:cNvSpPr txBox="1"/>
            <p:nvPr/>
          </p:nvSpPr>
          <p:spPr>
            <a:xfrm>
              <a:off x="0" y="-28575"/>
              <a:ext cx="2547656" cy="4718041"/>
            </a:xfrm>
            <a:prstGeom prst="rect">
              <a:avLst/>
            </a:prstGeom>
          </p:spPr>
          <p:txBody>
            <a:bodyPr lIns="52513" tIns="52513" rIns="52513" bIns="52513" rtlCol="0" anchor="ctr"/>
            <a:lstStyle/>
            <a:p>
              <a:pPr marL="0" lvl="0" indent="0" algn="ctr">
                <a:lnSpc>
                  <a:spcPts val="16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480C6B6C-2FBC-F4F3-4770-D2ADE3878D88}"/>
              </a:ext>
            </a:extLst>
          </p:cNvPr>
          <p:cNvSpPr/>
          <p:nvPr/>
        </p:nvSpPr>
        <p:spPr>
          <a:xfrm>
            <a:off x="418740" y="1329925"/>
            <a:ext cx="17450520" cy="0"/>
          </a:xfrm>
          <a:prstGeom prst="line">
            <a:avLst/>
          </a:prstGeom>
          <a:ln w="62948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A8E0ABE-A54C-CEB7-FBCD-AC36FFDDAF01}"/>
              </a:ext>
            </a:extLst>
          </p:cNvPr>
          <p:cNvSpPr/>
          <p:nvPr/>
        </p:nvSpPr>
        <p:spPr>
          <a:xfrm>
            <a:off x="16519269" y="872031"/>
            <a:ext cx="758380" cy="180115"/>
          </a:xfrm>
          <a:custGeom>
            <a:avLst/>
            <a:gdLst/>
            <a:ahLst/>
            <a:cxnLst/>
            <a:rect l="l" t="t" r="r" b="b"/>
            <a:pathLst>
              <a:path w="1011173" h="240154">
                <a:moveTo>
                  <a:pt x="0" y="0"/>
                </a:moveTo>
                <a:lnTo>
                  <a:pt x="1011172" y="0"/>
                </a:lnTo>
                <a:lnTo>
                  <a:pt x="1011172" y="240154"/>
                </a:lnTo>
                <a:lnTo>
                  <a:pt x="0" y="240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16D0FCE-651E-4C59-A425-C9B6A983D779}"/>
              </a:ext>
            </a:extLst>
          </p:cNvPr>
          <p:cNvGrpSpPr/>
          <p:nvPr/>
        </p:nvGrpSpPr>
        <p:grpSpPr>
          <a:xfrm>
            <a:off x="9448800" y="1677000"/>
            <a:ext cx="6668648" cy="7617971"/>
            <a:chOff x="1219200" y="1792730"/>
            <a:chExt cx="6668648" cy="761797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98B8C8A-CC20-451A-A9BC-8F951B249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71599" y="1792730"/>
              <a:ext cx="5988265" cy="7552914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BB670AA-6F13-4165-A2A5-760472F7ADDE}"/>
                </a:ext>
              </a:extLst>
            </p:cNvPr>
            <p:cNvSpPr/>
            <p:nvPr/>
          </p:nvSpPr>
          <p:spPr>
            <a:xfrm>
              <a:off x="1219200" y="1797136"/>
              <a:ext cx="6668647" cy="6470563"/>
            </a:xfrm>
            <a:prstGeom prst="rect">
              <a:avLst/>
            </a:prstGeom>
            <a:noFill/>
            <a:ln w="38100">
              <a:solidFill>
                <a:srgbClr val="415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4154FF"/>
                  </a:solidFill>
                </a:ln>
                <a:noFill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E2A5783-A438-4624-ADC6-EA13BDF19628}"/>
                </a:ext>
              </a:extLst>
            </p:cNvPr>
            <p:cNvSpPr/>
            <p:nvPr/>
          </p:nvSpPr>
          <p:spPr>
            <a:xfrm>
              <a:off x="1219200" y="8272105"/>
              <a:ext cx="6668648" cy="1138596"/>
            </a:xfrm>
            <a:prstGeom prst="rect">
              <a:avLst/>
            </a:prstGeom>
            <a:noFill/>
            <a:ln w="38100">
              <a:solidFill>
                <a:srgbClr val="415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4154FF"/>
                  </a:solidFill>
                </a:ln>
                <a:noFill/>
              </a:endParaRPr>
            </a:p>
          </p:txBody>
        </p:sp>
        <p:sp>
          <p:nvSpPr>
            <p:cNvPr id="17" name="TextBox 10">
              <a:extLst>
                <a:ext uri="{FF2B5EF4-FFF2-40B4-BE49-F238E27FC236}">
                  <a16:creationId xmlns:a16="http://schemas.microsoft.com/office/drawing/2014/main" id="{A053E2D8-FD78-400C-B59E-68C0ECD4174F}"/>
                </a:ext>
              </a:extLst>
            </p:cNvPr>
            <p:cNvSpPr txBox="1"/>
            <p:nvPr/>
          </p:nvSpPr>
          <p:spPr>
            <a:xfrm>
              <a:off x="3810000" y="1792730"/>
              <a:ext cx="1866442" cy="5825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ct val="150000"/>
                </a:lnSpc>
                <a:spcBef>
                  <a:spcPct val="0"/>
                </a:spcBef>
              </a:pPr>
              <a:r>
                <a:rPr lang="en-US" sz="2799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main</a:t>
              </a:r>
            </a:p>
          </p:txBody>
        </p:sp>
        <p:sp>
          <p:nvSpPr>
            <p:cNvPr id="18" name="TextBox 10">
              <a:extLst>
                <a:ext uri="{FF2B5EF4-FFF2-40B4-BE49-F238E27FC236}">
                  <a16:creationId xmlns:a16="http://schemas.microsoft.com/office/drawing/2014/main" id="{E515841F-7F71-4BD1-ABC2-82FF304D8E8B}"/>
                </a:ext>
              </a:extLst>
            </p:cNvPr>
            <p:cNvSpPr txBox="1"/>
            <p:nvPr/>
          </p:nvSpPr>
          <p:spPr>
            <a:xfrm>
              <a:off x="3432511" y="8651504"/>
              <a:ext cx="1866442" cy="5825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ct val="150000"/>
                </a:lnSpc>
                <a:spcBef>
                  <a:spcPct val="0"/>
                </a:spcBef>
              </a:pPr>
              <a:r>
                <a:rPr lang="en-US" sz="2799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footer</a:t>
              </a:r>
            </a:p>
          </p:txBody>
        </p:sp>
      </p:grpSp>
      <p:sp>
        <p:nvSpPr>
          <p:cNvPr id="27" name="TextBox 10">
            <a:extLst>
              <a:ext uri="{FF2B5EF4-FFF2-40B4-BE49-F238E27FC236}">
                <a16:creationId xmlns:a16="http://schemas.microsoft.com/office/drawing/2014/main" id="{A2F284A9-1F7C-44EC-9A71-5B3420C85338}"/>
              </a:ext>
            </a:extLst>
          </p:cNvPr>
          <p:cNvSpPr txBox="1"/>
          <p:nvPr/>
        </p:nvSpPr>
        <p:spPr>
          <a:xfrm>
            <a:off x="2029712" y="2156060"/>
            <a:ext cx="7113687" cy="1226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- 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주 컬러 </a:t>
            </a: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: </a:t>
            </a:r>
            <a:r>
              <a:rPr lang="en-US" altLang="ko-KR" sz="2800" b="0" dirty="0">
                <a:solidFill>
                  <a:srgbClr val="4154FF"/>
                </a:solidFill>
                <a:effectLst/>
                <a:latin typeface="Consolas" panose="020B0609020204030204" pitchFamily="49" charset="0"/>
              </a:rPr>
              <a:t>#4154FF</a:t>
            </a:r>
            <a:endParaRPr lang="en-US" altLang="ko-KR" sz="2799" dirty="0">
              <a:solidFill>
                <a:srgbClr val="4154FF"/>
              </a:solidFill>
              <a:latin typeface="TDTD평고딕"/>
              <a:ea typeface="TDTD평고딕"/>
              <a:cs typeface="TDTD평고딕"/>
              <a:sym typeface="TDTD평고딕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- 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헤더 폰트 </a:t>
            </a: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: </a:t>
            </a:r>
            <a:r>
              <a:rPr lang="en-US" altLang="ko-KR" sz="2800" b="0" dirty="0">
                <a:effectLst/>
                <a:latin typeface="윤고딕 Semi-Bold" panose="020B0600000101010101" charset="-127"/>
                <a:ea typeface="윤고딕 Semi-Bold" panose="020B0600000101010101" charset="-127"/>
              </a:rPr>
              <a:t>BnviitLasik.ttf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8DBD7972-A2DC-4D37-B8BA-F1CA313ACE85}"/>
              </a:ext>
            </a:extLst>
          </p:cNvPr>
          <p:cNvSpPr txBox="1"/>
          <p:nvPr/>
        </p:nvSpPr>
        <p:spPr>
          <a:xfrm>
            <a:off x="4884749" y="472684"/>
            <a:ext cx="8517301" cy="779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altLang="ko-KR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2. </a:t>
            </a:r>
            <a:r>
              <a:rPr lang="ko-KR" altLang="en-US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메인 페이지 </a:t>
            </a:r>
            <a:r>
              <a:rPr lang="en-US" altLang="ko-KR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: </a:t>
            </a:r>
            <a:r>
              <a:rPr lang="en-US" altLang="ko-KR" sz="4800" spc="-91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TDTD평고딕"/>
                <a:sym typeface="TDTD평고딕"/>
              </a:rPr>
              <a:t>main.html </a:t>
            </a:r>
          </a:p>
        </p:txBody>
      </p:sp>
    </p:spTree>
    <p:extLst>
      <p:ext uri="{BB962C8B-B14F-4D97-AF65-F5344CB8AC3E}">
        <p14:creationId xmlns:p14="http://schemas.microsoft.com/office/powerpoint/2010/main" val="1467159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337218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2" name="TextBox 10">
            <a:extLst>
              <a:ext uri="{FF2B5EF4-FFF2-40B4-BE49-F238E27FC236}">
                <a16:creationId xmlns:a16="http://schemas.microsoft.com/office/drawing/2014/main" id="{533B4AFC-9F06-4CBE-B9B6-85149AA79DEA}"/>
              </a:ext>
            </a:extLst>
          </p:cNvPr>
          <p:cNvSpPr txBox="1"/>
          <p:nvPr/>
        </p:nvSpPr>
        <p:spPr>
          <a:xfrm>
            <a:off x="1447800" y="3246068"/>
            <a:ext cx="7113687" cy="47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- Header 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</a:t>
            </a: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drop down 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구현</a:t>
            </a:r>
            <a:endParaRPr lang="en-US" sz="2799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319CA56-B2B3-47A0-B53D-29C9DC5ED397}"/>
              </a:ext>
            </a:extLst>
          </p:cNvPr>
          <p:cNvGrpSpPr/>
          <p:nvPr/>
        </p:nvGrpSpPr>
        <p:grpSpPr>
          <a:xfrm>
            <a:off x="1272796" y="4196813"/>
            <a:ext cx="7113687" cy="3063948"/>
            <a:chOff x="1272796" y="4196813"/>
            <a:chExt cx="7113687" cy="3063948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C1CBB77B-C764-4558-BCFC-A27FEB3705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72796" y="4196813"/>
              <a:ext cx="7113687" cy="3063948"/>
            </a:xfrm>
            <a:prstGeom prst="rect">
              <a:avLst/>
            </a:prstGeom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89A31AA-39B3-4B34-8C82-7038AF48F141}"/>
                </a:ext>
              </a:extLst>
            </p:cNvPr>
            <p:cNvSpPr/>
            <p:nvPr/>
          </p:nvSpPr>
          <p:spPr>
            <a:xfrm>
              <a:off x="7463387" y="4697012"/>
              <a:ext cx="923096" cy="719002"/>
            </a:xfrm>
            <a:prstGeom prst="rect">
              <a:avLst/>
            </a:prstGeom>
            <a:noFill/>
            <a:ln w="38100">
              <a:solidFill>
                <a:srgbClr val="415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4154FF"/>
                  </a:solidFill>
                </a:ln>
                <a:noFill/>
              </a:endParaRPr>
            </a:p>
          </p:txBody>
        </p:sp>
      </p:grpSp>
      <p:sp>
        <p:nvSpPr>
          <p:cNvPr id="25" name="TextBox 10">
            <a:extLst>
              <a:ext uri="{FF2B5EF4-FFF2-40B4-BE49-F238E27FC236}">
                <a16:creationId xmlns:a16="http://schemas.microsoft.com/office/drawing/2014/main" id="{BEA2B7ED-A02C-48B7-8180-CD1BF904288A}"/>
              </a:ext>
            </a:extLst>
          </p:cNvPr>
          <p:cNvSpPr txBox="1"/>
          <p:nvPr/>
        </p:nvSpPr>
        <p:spPr>
          <a:xfrm>
            <a:off x="9456484" y="3284168"/>
            <a:ext cx="7113687" cy="47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- Footer 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</a:t>
            </a: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drop down 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구현</a:t>
            </a:r>
            <a:endParaRPr lang="en-US" sz="2799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326CD15-44C0-4CC6-9DCA-E83E92AA77EB}"/>
              </a:ext>
            </a:extLst>
          </p:cNvPr>
          <p:cNvGrpSpPr/>
          <p:nvPr/>
        </p:nvGrpSpPr>
        <p:grpSpPr>
          <a:xfrm>
            <a:off x="9440944" y="4053000"/>
            <a:ext cx="7241497" cy="2849062"/>
            <a:chOff x="9196563" y="2924892"/>
            <a:chExt cx="7241497" cy="2849062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6512ACFA-C8BE-4535-8BFA-793FD2C336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783" r="5237"/>
            <a:stretch/>
          </p:blipFill>
          <p:spPr>
            <a:xfrm>
              <a:off x="9212102" y="4516654"/>
              <a:ext cx="7113688" cy="1257300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AC54DD0D-4E7A-465F-8ED7-F2A5C16F9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96563" y="2924893"/>
              <a:ext cx="7241497" cy="1257300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D55C3FB8-FA60-4FD5-A3E0-01DC2C51D007}"/>
                </a:ext>
              </a:extLst>
            </p:cNvPr>
            <p:cNvSpPr/>
            <p:nvPr/>
          </p:nvSpPr>
          <p:spPr>
            <a:xfrm>
              <a:off x="14630400" y="2924892"/>
              <a:ext cx="1371600" cy="2849061"/>
            </a:xfrm>
            <a:prstGeom prst="rect">
              <a:avLst/>
            </a:prstGeom>
            <a:noFill/>
            <a:ln w="38100">
              <a:solidFill>
                <a:srgbClr val="415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4154FF"/>
                  </a:solidFill>
                </a:ln>
                <a:noFill/>
              </a:endParaRPr>
            </a:p>
          </p:txBody>
        </p:sp>
      </p:grpSp>
      <p:sp>
        <p:nvSpPr>
          <p:cNvPr id="18" name="TextBox 8">
            <a:extLst>
              <a:ext uri="{FF2B5EF4-FFF2-40B4-BE49-F238E27FC236}">
                <a16:creationId xmlns:a16="http://schemas.microsoft.com/office/drawing/2014/main" id="{805AD28B-0A1A-4764-87B6-D3425BCFB429}"/>
              </a:ext>
            </a:extLst>
          </p:cNvPr>
          <p:cNvSpPr txBox="1"/>
          <p:nvPr/>
        </p:nvSpPr>
        <p:spPr>
          <a:xfrm>
            <a:off x="4884749" y="472684"/>
            <a:ext cx="8517301" cy="779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altLang="ko-KR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2. </a:t>
            </a:r>
            <a:r>
              <a:rPr lang="ko-KR" altLang="en-US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메인 페이지 </a:t>
            </a:r>
            <a:r>
              <a:rPr lang="en-US" altLang="ko-KR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: </a:t>
            </a:r>
            <a:r>
              <a:rPr lang="en-US" altLang="ko-KR" sz="4800" spc="-91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TDTD평고딕"/>
                <a:sym typeface="TDTD평고딕"/>
              </a:rPr>
              <a:t>main.html </a:t>
            </a:r>
          </a:p>
        </p:txBody>
      </p:sp>
    </p:spTree>
    <p:extLst>
      <p:ext uri="{BB962C8B-B14F-4D97-AF65-F5344CB8AC3E}">
        <p14:creationId xmlns:p14="http://schemas.microsoft.com/office/powerpoint/2010/main" val="3080013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871E77AD-4EDB-4248-A378-C654E378CFAB}"/>
              </a:ext>
            </a:extLst>
          </p:cNvPr>
          <p:cNvSpPr txBox="1"/>
          <p:nvPr/>
        </p:nvSpPr>
        <p:spPr>
          <a:xfrm>
            <a:off x="6275663" y="1714151"/>
            <a:ext cx="7113687" cy="47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- </a:t>
            </a:r>
            <a:r>
              <a:rPr lang="ko-KR" altLang="en-US" sz="2799" dirty="0" err="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메인페이지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반응형 </a:t>
            </a:r>
            <a:r>
              <a:rPr lang="ko-KR" altLang="en-US" sz="2799" dirty="0" err="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미디어쿼리</a:t>
            </a:r>
            <a:endParaRPr lang="en-US" sz="2799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F60152B-E670-4F7B-8C37-4062C479856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5708"/>
          <a:stretch/>
        </p:blipFill>
        <p:spPr>
          <a:xfrm>
            <a:off x="1378649" y="2933700"/>
            <a:ext cx="3493400" cy="367571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6448B31-038F-4853-B5AB-46DDB7D444D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9054"/>
          <a:stretch/>
        </p:blipFill>
        <p:spPr>
          <a:xfrm>
            <a:off x="9819806" y="3097407"/>
            <a:ext cx="3134194" cy="375892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99168B3-6FBA-4363-A1C2-8941FC0A929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6142"/>
          <a:stretch/>
        </p:blipFill>
        <p:spPr>
          <a:xfrm>
            <a:off x="13784249" y="2933700"/>
            <a:ext cx="3413983" cy="490600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3C2C69C-816D-4B63-AF35-40DF9663B3D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383"/>
          <a:stretch/>
        </p:blipFill>
        <p:spPr>
          <a:xfrm>
            <a:off x="5562600" y="3086100"/>
            <a:ext cx="3341000" cy="3762810"/>
          </a:xfrm>
          <a:prstGeom prst="rect">
            <a:avLst/>
          </a:prstGeom>
        </p:spPr>
      </p:pic>
      <p:sp>
        <p:nvSpPr>
          <p:cNvPr id="19" name="TextBox 11">
            <a:extLst>
              <a:ext uri="{FF2B5EF4-FFF2-40B4-BE49-F238E27FC236}">
                <a16:creationId xmlns:a16="http://schemas.microsoft.com/office/drawing/2014/main" id="{2AB432B9-4FDB-4343-8F1C-382CB72C362E}"/>
              </a:ext>
            </a:extLst>
          </p:cNvPr>
          <p:cNvSpPr txBox="1"/>
          <p:nvPr/>
        </p:nvSpPr>
        <p:spPr>
          <a:xfrm>
            <a:off x="6628799" y="7630478"/>
            <a:ext cx="5029200" cy="1464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이미지 세로 정렬</a:t>
            </a:r>
            <a:endParaRPr lang="en-US" altLang="ko-KR" sz="2199" spc="-65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윤고딕"/>
              <a:sym typeface="윤고딕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제목</a:t>
            </a:r>
            <a:r>
              <a:rPr lang="en-US" altLang="ko-KR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/</a:t>
            </a: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버튼</a:t>
            </a:r>
            <a:r>
              <a:rPr lang="en-US" altLang="ko-KR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 </a:t>
            </a: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반응형 </a:t>
            </a:r>
            <a:r>
              <a:rPr lang="ko-KR" altLang="en-US" sz="2199" spc="-65" dirty="0" err="1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미디어쿼리</a:t>
            </a: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 처리</a:t>
            </a:r>
            <a:endParaRPr lang="en-US" altLang="ko-KR" sz="2199" spc="-65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윤고딕"/>
              <a:sym typeface="윤고딕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헤더 메뉴 카테고리 안 보이게</a:t>
            </a:r>
            <a:r>
              <a:rPr lang="en-US" altLang="ko-KR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 </a:t>
            </a: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처리</a:t>
            </a:r>
            <a:endParaRPr lang="en-US" sz="2199" u="none" strike="noStrike" spc="-65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윤고딕"/>
              <a:sym typeface="윤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D9C1809-297C-4CDA-B10E-ECB12FF926CE}"/>
              </a:ext>
            </a:extLst>
          </p:cNvPr>
          <p:cNvSpPr/>
          <p:nvPr/>
        </p:nvSpPr>
        <p:spPr>
          <a:xfrm>
            <a:off x="1399221" y="2910114"/>
            <a:ext cx="3472828" cy="556985"/>
          </a:xfrm>
          <a:prstGeom prst="rect">
            <a:avLst/>
          </a:prstGeom>
          <a:noFill/>
          <a:ln w="38100">
            <a:solidFill>
              <a:srgbClr val="415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4154FF"/>
                </a:solidFill>
              </a:ln>
              <a:noFill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2D92658-EE0E-454B-A2AB-07822807CD70}"/>
              </a:ext>
            </a:extLst>
          </p:cNvPr>
          <p:cNvSpPr/>
          <p:nvPr/>
        </p:nvSpPr>
        <p:spPr>
          <a:xfrm>
            <a:off x="1402850" y="3490685"/>
            <a:ext cx="3092950" cy="3329217"/>
          </a:xfrm>
          <a:prstGeom prst="rect">
            <a:avLst/>
          </a:prstGeom>
          <a:noFill/>
          <a:ln w="38100">
            <a:solidFill>
              <a:srgbClr val="415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4154FF"/>
                </a:solidFill>
              </a:ln>
              <a:noFill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AD5EA96-EE36-4AA8-88A9-27E13614AC7C}"/>
              </a:ext>
            </a:extLst>
          </p:cNvPr>
          <p:cNvSpPr/>
          <p:nvPr/>
        </p:nvSpPr>
        <p:spPr>
          <a:xfrm>
            <a:off x="5852531" y="3106947"/>
            <a:ext cx="3051068" cy="664953"/>
          </a:xfrm>
          <a:prstGeom prst="rect">
            <a:avLst/>
          </a:prstGeom>
          <a:noFill/>
          <a:ln w="38100">
            <a:solidFill>
              <a:srgbClr val="415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4154FF"/>
                </a:solidFill>
              </a:ln>
              <a:noFill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A49D716-AE91-4BAC-9188-9CAB80BA5696}"/>
              </a:ext>
            </a:extLst>
          </p:cNvPr>
          <p:cNvSpPr/>
          <p:nvPr/>
        </p:nvSpPr>
        <p:spPr>
          <a:xfrm>
            <a:off x="5852530" y="6045744"/>
            <a:ext cx="3051068" cy="664953"/>
          </a:xfrm>
          <a:prstGeom prst="rect">
            <a:avLst/>
          </a:prstGeom>
          <a:noFill/>
          <a:ln w="38100">
            <a:solidFill>
              <a:srgbClr val="415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4154FF"/>
                </a:solidFill>
              </a:ln>
              <a:noFill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CBC42C6-56DE-4A83-B9E0-1B55D7046AED}"/>
              </a:ext>
            </a:extLst>
          </p:cNvPr>
          <p:cNvSpPr/>
          <p:nvPr/>
        </p:nvSpPr>
        <p:spPr>
          <a:xfrm>
            <a:off x="10149481" y="6108285"/>
            <a:ext cx="2718107" cy="664953"/>
          </a:xfrm>
          <a:prstGeom prst="rect">
            <a:avLst/>
          </a:prstGeom>
          <a:noFill/>
          <a:ln w="38100">
            <a:solidFill>
              <a:srgbClr val="415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4154FF"/>
                </a:solidFill>
              </a:ln>
              <a:noFill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CA950F8-9E72-44EE-BDDF-2000DF155945}"/>
              </a:ext>
            </a:extLst>
          </p:cNvPr>
          <p:cNvSpPr/>
          <p:nvPr/>
        </p:nvSpPr>
        <p:spPr>
          <a:xfrm>
            <a:off x="10225007" y="3035808"/>
            <a:ext cx="2718107" cy="556985"/>
          </a:xfrm>
          <a:prstGeom prst="rect">
            <a:avLst/>
          </a:prstGeom>
          <a:noFill/>
          <a:ln w="38100">
            <a:solidFill>
              <a:srgbClr val="415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4154FF"/>
                </a:solidFill>
              </a:ln>
              <a:noFill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FE7D9AD-49D8-494D-BEDC-C7C13DC82A49}"/>
              </a:ext>
            </a:extLst>
          </p:cNvPr>
          <p:cNvSpPr/>
          <p:nvPr/>
        </p:nvSpPr>
        <p:spPr>
          <a:xfrm>
            <a:off x="14401799" y="5600700"/>
            <a:ext cx="2580453" cy="685800"/>
          </a:xfrm>
          <a:prstGeom prst="rect">
            <a:avLst/>
          </a:prstGeom>
          <a:noFill/>
          <a:ln w="38100">
            <a:solidFill>
              <a:srgbClr val="415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4154FF"/>
                </a:solidFill>
              </a:ln>
              <a:noFill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5B77826-2C1B-41D8-9825-44A675616DFA}"/>
              </a:ext>
            </a:extLst>
          </p:cNvPr>
          <p:cNvSpPr/>
          <p:nvPr/>
        </p:nvSpPr>
        <p:spPr>
          <a:xfrm>
            <a:off x="14782800" y="2935682"/>
            <a:ext cx="1756968" cy="531417"/>
          </a:xfrm>
          <a:prstGeom prst="rect">
            <a:avLst/>
          </a:prstGeom>
          <a:noFill/>
          <a:ln w="38100">
            <a:solidFill>
              <a:srgbClr val="415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4154FF"/>
                </a:solidFill>
              </a:ln>
              <a:noFill/>
            </a:endParaRP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6F5E676A-B28A-4B23-940D-18B349A38EF4}"/>
              </a:ext>
            </a:extLst>
          </p:cNvPr>
          <p:cNvSpPr txBox="1"/>
          <p:nvPr/>
        </p:nvSpPr>
        <p:spPr>
          <a:xfrm>
            <a:off x="4884749" y="472684"/>
            <a:ext cx="8517301" cy="779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altLang="ko-KR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2. </a:t>
            </a:r>
            <a:r>
              <a:rPr lang="ko-KR" altLang="en-US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메인 페이지 </a:t>
            </a:r>
            <a:r>
              <a:rPr lang="en-US" altLang="ko-KR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: </a:t>
            </a:r>
            <a:r>
              <a:rPr lang="en-US" altLang="ko-KR" sz="4800" spc="-91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TDTD평고딕"/>
                <a:sym typeface="TDTD평고딕"/>
              </a:rPr>
              <a:t>main.html </a:t>
            </a:r>
          </a:p>
        </p:txBody>
      </p:sp>
    </p:spTree>
    <p:extLst>
      <p:ext uri="{BB962C8B-B14F-4D97-AF65-F5344CB8AC3E}">
        <p14:creationId xmlns:p14="http://schemas.microsoft.com/office/powerpoint/2010/main" val="3945251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871E77AD-4EDB-4248-A378-C654E378CFAB}"/>
              </a:ext>
            </a:extLst>
          </p:cNvPr>
          <p:cNvSpPr txBox="1"/>
          <p:nvPr/>
        </p:nvSpPr>
        <p:spPr>
          <a:xfrm>
            <a:off x="1187008" y="1610698"/>
            <a:ext cx="7113687" cy="47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티켓페이지 반응형 </a:t>
            </a:r>
            <a:r>
              <a:rPr lang="ko-KR" altLang="en-US" sz="2799" dirty="0" err="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미디어쿼리</a:t>
            </a:r>
            <a:endParaRPr lang="en-US" sz="2799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2C2FAAF-5370-4B20-AFF8-D540902C17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570" y="2473015"/>
            <a:ext cx="4319247" cy="4745920"/>
          </a:xfrm>
          <a:prstGeom prst="rect">
            <a:avLst/>
          </a:prstGeom>
        </p:spPr>
      </p:pic>
      <p:sp>
        <p:nvSpPr>
          <p:cNvPr id="22" name="TextBox 11">
            <a:extLst>
              <a:ext uri="{FF2B5EF4-FFF2-40B4-BE49-F238E27FC236}">
                <a16:creationId xmlns:a16="http://schemas.microsoft.com/office/drawing/2014/main" id="{8A4AC555-3B3C-4EC9-B207-DA4204944D87}"/>
              </a:ext>
            </a:extLst>
          </p:cNvPr>
          <p:cNvSpPr txBox="1"/>
          <p:nvPr/>
        </p:nvSpPr>
        <p:spPr>
          <a:xfrm>
            <a:off x="1539601" y="7582823"/>
            <a:ext cx="5867400" cy="956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u="none" strike="noStrike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창 크기에 따라 컨텐츠 크기 조정</a:t>
            </a:r>
            <a:endParaRPr lang="en-US" altLang="ko-KR" sz="2199" u="none" strike="noStrike" spc="-65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윤고딕"/>
              <a:sym typeface="윤고딕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모바일에서 컨텐츠 세로 정렬</a:t>
            </a:r>
            <a:endParaRPr lang="en-US" sz="2199" u="none" strike="noStrike" spc="-65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윤고딕"/>
              <a:sym typeface="윤고딕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EF31BBC-8DB5-483B-87E2-883FC9D3297A}"/>
              </a:ext>
            </a:extLst>
          </p:cNvPr>
          <p:cNvSpPr/>
          <p:nvPr/>
        </p:nvSpPr>
        <p:spPr>
          <a:xfrm>
            <a:off x="1189074" y="2571390"/>
            <a:ext cx="4319247" cy="3715107"/>
          </a:xfrm>
          <a:prstGeom prst="rect">
            <a:avLst/>
          </a:prstGeom>
          <a:noFill/>
          <a:ln w="38100">
            <a:solidFill>
              <a:srgbClr val="415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4154FF"/>
                </a:solidFill>
              </a:ln>
              <a:noFill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B56FD58-8E20-43AD-B2AE-36A1E7C3EAF2}"/>
              </a:ext>
            </a:extLst>
          </p:cNvPr>
          <p:cNvGrpSpPr/>
          <p:nvPr/>
        </p:nvGrpSpPr>
        <p:grpSpPr>
          <a:xfrm>
            <a:off x="7300054" y="1399131"/>
            <a:ext cx="3686689" cy="8154538"/>
            <a:chOff x="9504511" y="1847205"/>
            <a:chExt cx="3686689" cy="8154538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1B36F684-7B5D-47BD-BA5D-385219FD47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04511" y="1847205"/>
              <a:ext cx="3686689" cy="8154538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127FED1-3C6F-4F30-A522-5FAA512578FE}"/>
                </a:ext>
              </a:extLst>
            </p:cNvPr>
            <p:cNvSpPr/>
            <p:nvPr/>
          </p:nvSpPr>
          <p:spPr>
            <a:xfrm>
              <a:off x="9621967" y="1997717"/>
              <a:ext cx="3332033" cy="7955009"/>
            </a:xfrm>
            <a:prstGeom prst="rect">
              <a:avLst/>
            </a:prstGeom>
            <a:noFill/>
            <a:ln w="38100">
              <a:solidFill>
                <a:srgbClr val="415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solidFill>
                    <a:srgbClr val="4154FF"/>
                  </a:solidFill>
                </a:ln>
                <a:noFill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3814081-CC2F-480C-A9E7-2BCD08B9DC46}"/>
              </a:ext>
            </a:extLst>
          </p:cNvPr>
          <p:cNvGrpSpPr/>
          <p:nvPr/>
        </p:nvGrpSpPr>
        <p:grpSpPr>
          <a:xfrm>
            <a:off x="12097797" y="1409851"/>
            <a:ext cx="3523203" cy="7989003"/>
            <a:chOff x="12097797" y="1409851"/>
            <a:chExt cx="3523203" cy="7989003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CF33A945-190B-4578-BA82-9F8E4FE98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115800" y="1409851"/>
              <a:ext cx="3369935" cy="7652372"/>
            </a:xfrm>
            <a:prstGeom prst="rect">
              <a:avLst/>
            </a:prstGeom>
          </p:spPr>
        </p:pic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4E9C3320-C469-4E48-A6EE-1312541EA979}"/>
                </a:ext>
              </a:extLst>
            </p:cNvPr>
            <p:cNvSpPr/>
            <p:nvPr/>
          </p:nvSpPr>
          <p:spPr>
            <a:xfrm>
              <a:off x="12097797" y="1538499"/>
              <a:ext cx="3523203" cy="7860355"/>
            </a:xfrm>
            <a:prstGeom prst="rect">
              <a:avLst/>
            </a:prstGeom>
            <a:noFill/>
            <a:ln w="38100">
              <a:solidFill>
                <a:srgbClr val="415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solidFill>
                    <a:srgbClr val="4154FF"/>
                  </a:solidFill>
                </a:ln>
                <a:noFill/>
              </a:endParaRPr>
            </a:p>
          </p:txBody>
        </p:sp>
      </p:grpSp>
      <p:sp>
        <p:nvSpPr>
          <p:cNvPr id="19" name="TextBox 8">
            <a:extLst>
              <a:ext uri="{FF2B5EF4-FFF2-40B4-BE49-F238E27FC236}">
                <a16:creationId xmlns:a16="http://schemas.microsoft.com/office/drawing/2014/main" id="{3C1B88BF-E9D8-4552-B977-D3201605D9F7}"/>
              </a:ext>
            </a:extLst>
          </p:cNvPr>
          <p:cNvSpPr txBox="1"/>
          <p:nvPr/>
        </p:nvSpPr>
        <p:spPr>
          <a:xfrm>
            <a:off x="4884749" y="472684"/>
            <a:ext cx="8517301" cy="779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altLang="ko-KR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2. </a:t>
            </a:r>
            <a:r>
              <a:rPr lang="ko-KR" altLang="en-US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메인 페이지 </a:t>
            </a:r>
            <a:r>
              <a:rPr lang="en-US" altLang="ko-KR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: </a:t>
            </a:r>
            <a:r>
              <a:rPr lang="en-US" altLang="ko-KR" sz="4800" spc="-91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TDTD평고딕"/>
                <a:sym typeface="TDTD평고딕"/>
              </a:rPr>
              <a:t>main.html </a:t>
            </a:r>
          </a:p>
        </p:txBody>
      </p:sp>
    </p:spTree>
    <p:extLst>
      <p:ext uri="{BB962C8B-B14F-4D97-AF65-F5344CB8AC3E}">
        <p14:creationId xmlns:p14="http://schemas.microsoft.com/office/powerpoint/2010/main" val="2064747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9125C32-559E-4297-87A4-A553B33557B3}"/>
              </a:ext>
            </a:extLst>
          </p:cNvPr>
          <p:cNvSpPr txBox="1"/>
          <p:nvPr/>
        </p:nvSpPr>
        <p:spPr>
          <a:xfrm>
            <a:off x="7467600" y="1783357"/>
            <a:ext cx="7113687" cy="47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- main.html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검사</a:t>
            </a:r>
            <a:endParaRPr lang="en-US" sz="2799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4A1FB8-A25E-4F4C-8DD6-7113C4D4D1A6}"/>
              </a:ext>
            </a:extLst>
          </p:cNvPr>
          <p:cNvSpPr txBox="1"/>
          <p:nvPr/>
        </p:nvSpPr>
        <p:spPr>
          <a:xfrm>
            <a:off x="6858000" y="7876055"/>
            <a:ext cx="5029200" cy="1464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이미지 세로 정렬</a:t>
            </a:r>
            <a:endParaRPr lang="en-US" altLang="ko-KR" sz="2199" spc="-65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윤고딕"/>
              <a:sym typeface="윤고딕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제목</a:t>
            </a:r>
            <a:r>
              <a:rPr lang="en-US" altLang="ko-KR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/</a:t>
            </a: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버튼</a:t>
            </a:r>
            <a:r>
              <a:rPr lang="en-US" altLang="ko-KR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 </a:t>
            </a: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반응형 </a:t>
            </a:r>
            <a:r>
              <a:rPr lang="ko-KR" altLang="en-US" sz="2199" spc="-65" dirty="0" err="1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미디어쿼리</a:t>
            </a: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 처리</a:t>
            </a:r>
            <a:endParaRPr lang="en-US" altLang="ko-KR" sz="2199" spc="-65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윤고딕"/>
              <a:sym typeface="윤고딕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헤더 메뉴 카테고리 안 보이게</a:t>
            </a:r>
            <a:r>
              <a:rPr lang="en-US" altLang="ko-KR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 </a:t>
            </a: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처리</a:t>
            </a:r>
            <a:endParaRPr lang="en-US" sz="2199" u="none" strike="noStrike" spc="-65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윤고딕"/>
              <a:sym typeface="윤고딕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E96AA97A-C6A9-4D2E-89A8-5ACCEFC847B7}"/>
              </a:ext>
            </a:extLst>
          </p:cNvPr>
          <p:cNvSpPr txBox="1"/>
          <p:nvPr/>
        </p:nvSpPr>
        <p:spPr>
          <a:xfrm>
            <a:off x="4884749" y="472684"/>
            <a:ext cx="8517301" cy="779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altLang="ko-KR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2. </a:t>
            </a:r>
            <a:r>
              <a:rPr lang="ko-KR" altLang="en-US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메인 페이지 </a:t>
            </a:r>
            <a:r>
              <a:rPr lang="en-US" altLang="ko-KR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: </a:t>
            </a:r>
            <a:r>
              <a:rPr lang="en-US" altLang="ko-KR" sz="4800" spc="-91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TDTD평고딕"/>
                <a:sym typeface="TDTD평고딕"/>
              </a:rPr>
              <a:t>main.html </a:t>
            </a:r>
          </a:p>
        </p:txBody>
      </p:sp>
    </p:spTree>
    <p:extLst>
      <p:ext uri="{BB962C8B-B14F-4D97-AF65-F5344CB8AC3E}">
        <p14:creationId xmlns:p14="http://schemas.microsoft.com/office/powerpoint/2010/main" val="3783673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9125C32-559E-4297-87A4-A553B33557B3}"/>
              </a:ext>
            </a:extLst>
          </p:cNvPr>
          <p:cNvSpPr txBox="1"/>
          <p:nvPr/>
        </p:nvSpPr>
        <p:spPr>
          <a:xfrm>
            <a:off x="7467600" y="1783357"/>
            <a:ext cx="7113687" cy="47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- </a:t>
            </a:r>
            <a:r>
              <a:rPr lang="en-US" altLang="ko-KR" sz="2799" dirty="0" err="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Css</a:t>
            </a: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검사</a:t>
            </a:r>
            <a:endParaRPr lang="en-US" sz="2799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4A1FB8-A25E-4F4C-8DD6-7113C4D4D1A6}"/>
              </a:ext>
            </a:extLst>
          </p:cNvPr>
          <p:cNvSpPr txBox="1"/>
          <p:nvPr/>
        </p:nvSpPr>
        <p:spPr>
          <a:xfrm>
            <a:off x="6858000" y="7876055"/>
            <a:ext cx="5029200" cy="1464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이미지 세로 정렬</a:t>
            </a:r>
            <a:endParaRPr lang="en-US" altLang="ko-KR" sz="2199" spc="-65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윤고딕"/>
              <a:sym typeface="윤고딕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제목</a:t>
            </a:r>
            <a:r>
              <a:rPr lang="en-US" altLang="ko-KR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/</a:t>
            </a: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버튼</a:t>
            </a:r>
            <a:r>
              <a:rPr lang="en-US" altLang="ko-KR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 </a:t>
            </a: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반응형 </a:t>
            </a:r>
            <a:r>
              <a:rPr lang="ko-KR" altLang="en-US" sz="2199" spc="-65" dirty="0" err="1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미디어쿼리</a:t>
            </a: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 처리</a:t>
            </a:r>
            <a:endParaRPr lang="en-US" altLang="ko-KR" sz="2199" spc="-65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윤고딕"/>
              <a:sym typeface="윤고딕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헤더 메뉴 카테고리 안 보이게</a:t>
            </a:r>
            <a:r>
              <a:rPr lang="en-US" altLang="ko-KR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 </a:t>
            </a: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처리</a:t>
            </a:r>
            <a:endParaRPr lang="en-US" sz="2199" u="none" strike="noStrike" spc="-65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윤고딕"/>
              <a:sym typeface="윤고딕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E96AA97A-C6A9-4D2E-89A8-5ACCEFC847B7}"/>
              </a:ext>
            </a:extLst>
          </p:cNvPr>
          <p:cNvSpPr txBox="1"/>
          <p:nvPr/>
        </p:nvSpPr>
        <p:spPr>
          <a:xfrm>
            <a:off x="4884749" y="472684"/>
            <a:ext cx="8517301" cy="779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altLang="ko-KR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2. </a:t>
            </a:r>
            <a:r>
              <a:rPr lang="ko-KR" altLang="en-US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메인 페이지 </a:t>
            </a:r>
            <a:r>
              <a:rPr lang="en-US" altLang="ko-KR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: </a:t>
            </a:r>
            <a:r>
              <a:rPr lang="en-US" altLang="ko-KR" sz="4800" spc="-91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TDTD평고딕"/>
                <a:sym typeface="TDTD평고딕"/>
              </a:rPr>
              <a:t>main.html </a:t>
            </a:r>
          </a:p>
        </p:txBody>
      </p:sp>
    </p:spTree>
    <p:extLst>
      <p:ext uri="{BB962C8B-B14F-4D97-AF65-F5344CB8AC3E}">
        <p14:creationId xmlns:p14="http://schemas.microsoft.com/office/powerpoint/2010/main" val="1803339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3E4B925B-087E-4198-A388-57A6A429C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2187166"/>
            <a:ext cx="7094014" cy="660226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2ED4D30-FC02-4C2E-BE36-D28EAE9877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9988" y="2187166"/>
            <a:ext cx="5977678" cy="250003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3BF6031-CF2F-4564-AFEF-543C112CFB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4588" y="4457700"/>
            <a:ext cx="6250198" cy="4499375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A9F45FD6-80EE-4167-80AC-4E0907B057B9}"/>
              </a:ext>
            </a:extLst>
          </p:cNvPr>
          <p:cNvSpPr/>
          <p:nvPr/>
        </p:nvSpPr>
        <p:spPr>
          <a:xfrm>
            <a:off x="9643388" y="2857501"/>
            <a:ext cx="6004277" cy="6248399"/>
          </a:xfrm>
          <a:prstGeom prst="rect">
            <a:avLst/>
          </a:prstGeom>
          <a:noFill/>
          <a:ln w="38100">
            <a:solidFill>
              <a:srgbClr val="415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4154FF"/>
                </a:solidFill>
              </a:ln>
              <a:noFill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3C1EB389-AEC6-4889-BCD4-42ACB9CCCF13}"/>
              </a:ext>
            </a:extLst>
          </p:cNvPr>
          <p:cNvSpPr txBox="1"/>
          <p:nvPr/>
        </p:nvSpPr>
        <p:spPr>
          <a:xfrm>
            <a:off x="12039600" y="2483106"/>
            <a:ext cx="1866442" cy="5825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main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4267E0D7-5CAF-4BFE-8754-685540094893}"/>
              </a:ext>
            </a:extLst>
          </p:cNvPr>
          <p:cNvSpPr txBox="1"/>
          <p:nvPr/>
        </p:nvSpPr>
        <p:spPr>
          <a:xfrm>
            <a:off x="4065265" y="472685"/>
            <a:ext cx="11582400" cy="7791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3. </a:t>
            </a:r>
            <a:r>
              <a:rPr lang="ko-KR" altLang="en-US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티켓 메인 페이지</a:t>
            </a:r>
            <a:r>
              <a:rPr lang="en-US" altLang="ko-KR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: </a:t>
            </a:r>
            <a:r>
              <a:rPr lang="en-US" altLang="ko-KR" sz="4800" spc="-91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TDTD평고딕"/>
                <a:sym typeface="TDTD평고딕"/>
              </a:rPr>
              <a:t>ticket_main.html 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40121C0E-563E-4F96-9E91-D71CF0F5E6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2678" y="2226021"/>
            <a:ext cx="6798743" cy="436226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9A43B08-9435-4D25-BF5C-26D3FF121A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5620" y="2549517"/>
            <a:ext cx="7925906" cy="371526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916455A-1546-4431-8AFB-8391503F602F}"/>
              </a:ext>
            </a:extLst>
          </p:cNvPr>
          <p:cNvSpPr/>
          <p:nvPr/>
        </p:nvSpPr>
        <p:spPr>
          <a:xfrm>
            <a:off x="10001479" y="2156815"/>
            <a:ext cx="6517790" cy="3139086"/>
          </a:xfrm>
          <a:prstGeom prst="rect">
            <a:avLst/>
          </a:prstGeom>
          <a:noFill/>
          <a:ln w="38100">
            <a:solidFill>
              <a:srgbClr val="415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4154FF"/>
                </a:solidFill>
              </a:ln>
              <a:noFill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103DCD9B-3A53-4C12-92BE-D0256196F8F0}"/>
              </a:ext>
            </a:extLst>
          </p:cNvPr>
          <p:cNvSpPr txBox="1"/>
          <p:nvPr/>
        </p:nvSpPr>
        <p:spPr>
          <a:xfrm>
            <a:off x="12649200" y="1684850"/>
            <a:ext cx="1866442" cy="5825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main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ECC01D-D4EA-4DD9-A3A0-AE3289245744}"/>
              </a:ext>
            </a:extLst>
          </p:cNvPr>
          <p:cNvSpPr txBox="1"/>
          <p:nvPr/>
        </p:nvSpPr>
        <p:spPr>
          <a:xfrm>
            <a:off x="4065265" y="472685"/>
            <a:ext cx="11582400" cy="7791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3. </a:t>
            </a:r>
            <a:r>
              <a:rPr lang="ko-KR" altLang="en-US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티켓 메인 페이지</a:t>
            </a:r>
            <a:r>
              <a:rPr lang="en-US" altLang="ko-KR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: </a:t>
            </a:r>
            <a:r>
              <a:rPr lang="en-US" altLang="ko-KR" sz="4800" spc="-91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TDTD평고딕"/>
                <a:sym typeface="TDTD평고딕"/>
              </a:rPr>
              <a:t>ticket_main.html 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</p:spTree>
    <p:extLst>
      <p:ext uri="{BB962C8B-B14F-4D97-AF65-F5344CB8AC3E}">
        <p14:creationId xmlns:p14="http://schemas.microsoft.com/office/powerpoint/2010/main" val="1189068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B2C9F11-22D7-457F-85D0-08BCA8BE20CA}"/>
              </a:ext>
            </a:extLst>
          </p:cNvPr>
          <p:cNvSpPr txBox="1"/>
          <p:nvPr/>
        </p:nvSpPr>
        <p:spPr>
          <a:xfrm>
            <a:off x="4065265" y="472685"/>
            <a:ext cx="11582400" cy="7791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3. </a:t>
            </a:r>
            <a:r>
              <a:rPr lang="ko-KR" altLang="en-US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티켓 메인 페이지</a:t>
            </a:r>
            <a:r>
              <a:rPr lang="en-US" altLang="ko-KR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: </a:t>
            </a:r>
            <a:r>
              <a:rPr lang="en-US" altLang="ko-KR" sz="4800" spc="-91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TDTD평고딕"/>
                <a:sym typeface="TDTD평고딕"/>
              </a:rPr>
              <a:t>ticket_main.html 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9D2B98-45C3-448C-9405-084F83398F6A}"/>
              </a:ext>
            </a:extLst>
          </p:cNvPr>
          <p:cNvSpPr txBox="1"/>
          <p:nvPr/>
        </p:nvSpPr>
        <p:spPr>
          <a:xfrm>
            <a:off x="6400800" y="1705240"/>
            <a:ext cx="7113687" cy="47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- ticket_main.html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검사</a:t>
            </a:r>
            <a:endParaRPr lang="en-US" sz="2799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117FC0-CF7B-453C-99C5-91420A24DCF1}"/>
              </a:ext>
            </a:extLst>
          </p:cNvPr>
          <p:cNvSpPr txBox="1"/>
          <p:nvPr/>
        </p:nvSpPr>
        <p:spPr>
          <a:xfrm>
            <a:off x="6858000" y="7876055"/>
            <a:ext cx="5029200" cy="1464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이미지 세로 정렬</a:t>
            </a:r>
            <a:endParaRPr lang="en-US" altLang="ko-KR" sz="2199" spc="-65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윤고딕"/>
              <a:sym typeface="윤고딕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제목</a:t>
            </a:r>
            <a:r>
              <a:rPr lang="en-US" altLang="ko-KR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/</a:t>
            </a: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버튼</a:t>
            </a:r>
            <a:r>
              <a:rPr lang="en-US" altLang="ko-KR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 </a:t>
            </a: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반응형 </a:t>
            </a:r>
            <a:r>
              <a:rPr lang="ko-KR" altLang="en-US" sz="2199" spc="-65" dirty="0" err="1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미디어쿼리</a:t>
            </a: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 처리</a:t>
            </a:r>
            <a:endParaRPr lang="en-US" altLang="ko-KR" sz="2199" spc="-65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윤고딕"/>
              <a:sym typeface="윤고딕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헤더 메뉴 카테고리 안 보이게</a:t>
            </a:r>
            <a:r>
              <a:rPr lang="en-US" altLang="ko-KR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 </a:t>
            </a: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처리</a:t>
            </a:r>
            <a:endParaRPr lang="en-US" sz="2199" u="none" strike="noStrike" spc="-65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윤고딕"/>
              <a:sym typeface="윤고딕"/>
            </a:endParaRPr>
          </a:p>
        </p:txBody>
      </p:sp>
    </p:spTree>
    <p:extLst>
      <p:ext uri="{BB962C8B-B14F-4D97-AF65-F5344CB8AC3E}">
        <p14:creationId xmlns:p14="http://schemas.microsoft.com/office/powerpoint/2010/main" val="2049579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94B93C3-4266-4E57-9778-9C5268BA7E14}"/>
              </a:ext>
            </a:extLst>
          </p:cNvPr>
          <p:cNvSpPr txBox="1"/>
          <p:nvPr/>
        </p:nvSpPr>
        <p:spPr>
          <a:xfrm>
            <a:off x="4065265" y="472685"/>
            <a:ext cx="11582400" cy="7791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3. </a:t>
            </a:r>
            <a:r>
              <a:rPr lang="ko-KR" altLang="en-US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티켓 메인 페이지</a:t>
            </a:r>
            <a:r>
              <a:rPr lang="en-US" altLang="ko-KR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: </a:t>
            </a:r>
            <a:r>
              <a:rPr lang="en-US" altLang="ko-KR" sz="4800" spc="-91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TDTD평고딕"/>
                <a:sym typeface="TDTD평고딕"/>
              </a:rPr>
              <a:t>ticket_main.html 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FEA610-2B04-4F65-9C51-59A529035DA5}"/>
              </a:ext>
            </a:extLst>
          </p:cNvPr>
          <p:cNvSpPr txBox="1"/>
          <p:nvPr/>
        </p:nvSpPr>
        <p:spPr>
          <a:xfrm>
            <a:off x="8305800" y="1607705"/>
            <a:ext cx="7113687" cy="47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- </a:t>
            </a:r>
            <a:r>
              <a:rPr lang="en-US" altLang="ko-KR" sz="2799" dirty="0" err="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Css</a:t>
            </a:r>
            <a:r>
              <a:rPr lang="en-US" altLang="ko-KR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</a:t>
            </a:r>
            <a:r>
              <a:rPr lang="ko-KR" altLang="en-US" sz="279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검사</a:t>
            </a:r>
            <a:endParaRPr lang="en-US" sz="2799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E104D0-B33D-48E6-ABA9-79BE39D84143}"/>
              </a:ext>
            </a:extLst>
          </p:cNvPr>
          <p:cNvSpPr txBox="1"/>
          <p:nvPr/>
        </p:nvSpPr>
        <p:spPr>
          <a:xfrm>
            <a:off x="6858000" y="7876055"/>
            <a:ext cx="5029200" cy="1464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이미지 세로 정렬</a:t>
            </a:r>
            <a:endParaRPr lang="en-US" altLang="ko-KR" sz="2199" spc="-65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윤고딕"/>
              <a:sym typeface="윤고딕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제목</a:t>
            </a:r>
            <a:r>
              <a:rPr lang="en-US" altLang="ko-KR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/</a:t>
            </a: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버튼</a:t>
            </a:r>
            <a:r>
              <a:rPr lang="en-US" altLang="ko-KR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 </a:t>
            </a: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반응형 </a:t>
            </a:r>
            <a:r>
              <a:rPr lang="ko-KR" altLang="en-US" sz="2199" spc="-65" dirty="0" err="1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미디어쿼리</a:t>
            </a: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 처리</a:t>
            </a:r>
            <a:endParaRPr lang="en-US" altLang="ko-KR" sz="2199" spc="-65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윤고딕"/>
              <a:sym typeface="윤고딕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헤더 메뉴 카테고리 안 보이게</a:t>
            </a:r>
            <a:r>
              <a:rPr lang="en-US" altLang="ko-KR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 </a:t>
            </a:r>
            <a:r>
              <a:rPr lang="ko-KR" altLang="en-US" sz="2199" spc="-65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윤고딕"/>
                <a:sym typeface="윤고딕"/>
              </a:rPr>
              <a:t>처리</a:t>
            </a:r>
            <a:endParaRPr lang="en-US" sz="2199" u="none" strike="noStrike" spc="-65" dirty="0">
              <a:solidFill>
                <a:srgbClr val="000000"/>
              </a:solidFill>
              <a:latin typeface="윤고딕 Semi-Bold" panose="020B0600000101010101" charset="-127"/>
              <a:ea typeface="윤고딕 Semi-Bold" panose="020B0600000101010101" charset="-127"/>
              <a:cs typeface="윤고딕"/>
              <a:sym typeface="윤고딕"/>
            </a:endParaRPr>
          </a:p>
        </p:txBody>
      </p:sp>
    </p:spTree>
    <p:extLst>
      <p:ext uri="{BB962C8B-B14F-4D97-AF65-F5344CB8AC3E}">
        <p14:creationId xmlns:p14="http://schemas.microsoft.com/office/powerpoint/2010/main" val="81753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EBF1D205-DA3C-487F-AD78-A10ED7C323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699" y="1826472"/>
            <a:ext cx="5547758" cy="548563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8B31332-D2C9-4234-86E4-3E0A096A14F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2618"/>
          <a:stretch/>
        </p:blipFill>
        <p:spPr>
          <a:xfrm>
            <a:off x="6934200" y="1722420"/>
            <a:ext cx="4747714" cy="511858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1168E7B-2C64-44B7-A789-4B62610C64F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23950"/>
          <a:stretch/>
        </p:blipFill>
        <p:spPr>
          <a:xfrm>
            <a:off x="12354723" y="1826472"/>
            <a:ext cx="4778862" cy="4023134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00BC0D87-D48D-4357-B14D-8607109EB3CC}"/>
              </a:ext>
            </a:extLst>
          </p:cNvPr>
          <p:cNvSpPr/>
          <p:nvPr/>
        </p:nvSpPr>
        <p:spPr>
          <a:xfrm>
            <a:off x="1134537" y="2743200"/>
            <a:ext cx="5370082" cy="4800600"/>
          </a:xfrm>
          <a:prstGeom prst="rect">
            <a:avLst/>
          </a:prstGeom>
          <a:noFill/>
          <a:ln w="38100">
            <a:solidFill>
              <a:srgbClr val="415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4154FF"/>
                </a:solidFill>
              </a:ln>
              <a:noFill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1474574-3EFA-475E-B84B-B12FB1CEEA14}"/>
              </a:ext>
            </a:extLst>
          </p:cNvPr>
          <p:cNvSpPr/>
          <p:nvPr/>
        </p:nvSpPr>
        <p:spPr>
          <a:xfrm>
            <a:off x="10129823" y="1826472"/>
            <a:ext cx="1552091" cy="2631228"/>
          </a:xfrm>
          <a:prstGeom prst="rect">
            <a:avLst/>
          </a:prstGeom>
          <a:noFill/>
          <a:ln w="38100">
            <a:solidFill>
              <a:srgbClr val="415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4154FF"/>
                </a:solidFill>
              </a:ln>
              <a:noFill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2747DB-7950-4F59-9E9E-A3300A788C0D}"/>
              </a:ext>
            </a:extLst>
          </p:cNvPr>
          <p:cNvSpPr txBox="1"/>
          <p:nvPr/>
        </p:nvSpPr>
        <p:spPr>
          <a:xfrm>
            <a:off x="1134537" y="8039100"/>
            <a:ext cx="5799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티켓 상세페이지 구현 </a:t>
            </a:r>
            <a:endParaRPr lang="en-US" altLang="ko-KR" dirty="0"/>
          </a:p>
          <a:p>
            <a:r>
              <a:rPr lang="ko-KR" altLang="en-US" dirty="0"/>
              <a:t>캘린더 고정 </a:t>
            </a:r>
            <a:r>
              <a:rPr lang="en-US" altLang="ko-KR" dirty="0"/>
              <a:t>– </a:t>
            </a:r>
            <a:r>
              <a:rPr lang="ko-KR" altLang="en-US" dirty="0"/>
              <a:t>스크롤 내리면 캘린더 따라오도록 구현</a:t>
            </a: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F45058DC-4B5B-488D-973D-8B190A94D7E0}"/>
              </a:ext>
            </a:extLst>
          </p:cNvPr>
          <p:cNvSpPr txBox="1"/>
          <p:nvPr/>
        </p:nvSpPr>
        <p:spPr>
          <a:xfrm>
            <a:off x="3124200" y="505267"/>
            <a:ext cx="12717451" cy="7791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altLang="ko-KR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4. </a:t>
            </a:r>
            <a:r>
              <a:rPr lang="ko-KR" altLang="en-US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연극 상세 페이지</a:t>
            </a:r>
            <a:r>
              <a:rPr lang="en-US" altLang="ko-KR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: </a:t>
            </a:r>
            <a:r>
              <a:rPr lang="en-US" altLang="ko-KR" sz="4800" spc="-91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TDTD평고딕"/>
                <a:sym typeface="TDTD평고딕"/>
              </a:rPr>
              <a:t>ticket_detail.html 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</p:spTree>
    <p:extLst>
      <p:ext uri="{BB962C8B-B14F-4D97-AF65-F5344CB8AC3E}">
        <p14:creationId xmlns:p14="http://schemas.microsoft.com/office/powerpoint/2010/main" val="3467291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F63F5CD-1714-4729-9546-EB1F65DA1B4A}"/>
              </a:ext>
            </a:extLst>
          </p:cNvPr>
          <p:cNvSpPr txBox="1"/>
          <p:nvPr/>
        </p:nvSpPr>
        <p:spPr>
          <a:xfrm>
            <a:off x="3124200" y="505267"/>
            <a:ext cx="12717451" cy="7791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altLang="ko-KR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4. </a:t>
            </a:r>
            <a:r>
              <a:rPr lang="ko-KR" altLang="en-US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연극 상세 페이지</a:t>
            </a:r>
            <a:r>
              <a:rPr lang="en-US" altLang="ko-KR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: </a:t>
            </a:r>
            <a:r>
              <a:rPr lang="en-US" altLang="ko-KR" sz="4800" spc="-91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TDTD평고딕"/>
                <a:sym typeface="TDTD평고딕"/>
              </a:rPr>
              <a:t>ticket_detail.html 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</p:spTree>
    <p:extLst>
      <p:ext uri="{BB962C8B-B14F-4D97-AF65-F5344CB8AC3E}">
        <p14:creationId xmlns:p14="http://schemas.microsoft.com/office/powerpoint/2010/main" val="4191250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124200" y="505267"/>
            <a:ext cx="12717451" cy="7791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altLang="ko-KR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4. </a:t>
            </a:r>
            <a:r>
              <a:rPr lang="ko-KR" altLang="en-US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연극 상세 페이지</a:t>
            </a:r>
            <a:r>
              <a:rPr lang="en-US" altLang="ko-KR" sz="4800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: </a:t>
            </a:r>
            <a:r>
              <a:rPr lang="en-US" altLang="ko-KR" sz="4800" spc="-91" dirty="0">
                <a:solidFill>
                  <a:srgbClr val="000000"/>
                </a:solidFill>
                <a:latin typeface="윤고딕 Semi-Bold" panose="020B0600000101010101" charset="-127"/>
                <a:ea typeface="윤고딕 Semi-Bold" panose="020B0600000101010101" charset="-127"/>
                <a:cs typeface="TDTD평고딕"/>
                <a:sym typeface="TDTD평고딕"/>
              </a:rPr>
              <a:t>ticket_detail.html 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A5017E9-A6D0-461A-ADE7-C3E0BB50C7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1943100"/>
            <a:ext cx="14330363" cy="419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122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A000EFD0-FCA2-4459-A1C7-666ACC8DDFD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984" t="64867" r="2670"/>
          <a:stretch/>
        </p:blipFill>
        <p:spPr>
          <a:xfrm>
            <a:off x="1201300" y="2028503"/>
            <a:ext cx="15885400" cy="202702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6714A7B-EC52-4199-B09D-E060BEA893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5720278"/>
            <a:ext cx="4654356" cy="220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2367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4884749" y="472684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 dirty="0" err="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Outerpark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</p:spTree>
    <p:extLst>
      <p:ext uri="{BB962C8B-B14F-4D97-AF65-F5344CB8AC3E}">
        <p14:creationId xmlns:p14="http://schemas.microsoft.com/office/powerpoint/2010/main" val="623610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452</Words>
  <Application>Microsoft Office PowerPoint</Application>
  <PresentationFormat>사용자 지정</PresentationFormat>
  <Paragraphs>89</Paragraphs>
  <Slides>23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0" baseType="lpstr">
      <vt:lpstr>TDTD평고딕</vt:lpstr>
      <vt:lpstr>윤고딕 Semi-Bold</vt:lpstr>
      <vt:lpstr>Consolas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베이지 블랙과 화이트 단순하고 심플한 인터페이스 레이아웃 프레젠테이션</dc:title>
  <dc:creator>com</dc:creator>
  <cp:lastModifiedBy>FullName</cp:lastModifiedBy>
  <cp:revision>26</cp:revision>
  <dcterms:created xsi:type="dcterms:W3CDTF">2006-08-16T00:00:00Z</dcterms:created>
  <dcterms:modified xsi:type="dcterms:W3CDTF">2025-08-01T00:28:28Z</dcterms:modified>
  <dc:identifier>DAGskY_J-DU</dc:identifier>
</cp:coreProperties>
</file>