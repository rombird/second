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56" r:id="rId2"/>
    <p:sldId id="282" r:id="rId3"/>
    <p:sldId id="274" r:id="rId4"/>
    <p:sldId id="290" r:id="rId5"/>
    <p:sldId id="285" r:id="rId6"/>
    <p:sldId id="286" r:id="rId7"/>
    <p:sldId id="283" r:id="rId8"/>
    <p:sldId id="278" r:id="rId9"/>
    <p:sldId id="289" r:id="rId10"/>
    <p:sldId id="266" r:id="rId11"/>
    <p:sldId id="265" r:id="rId12"/>
    <p:sldId id="271" r:id="rId13"/>
    <p:sldId id="269" r:id="rId14"/>
    <p:sldId id="292" r:id="rId15"/>
    <p:sldId id="287" r:id="rId16"/>
    <p:sldId id="288" r:id="rId17"/>
    <p:sldId id="259" r:id="rId18"/>
    <p:sldId id="273" r:id="rId19"/>
    <p:sldId id="267" r:id="rId20"/>
    <p:sldId id="291" r:id="rId21"/>
    <p:sldId id="277" r:id="rId22"/>
    <p:sldId id="275" r:id="rId23"/>
    <p:sldId id="276" r:id="rId24"/>
    <p:sldId id="279" r:id="rId25"/>
    <p:sldId id="293" r:id="rId26"/>
  </p:sldIdLst>
  <p:sldSz cx="18288000" cy="10287000"/>
  <p:notesSz cx="6858000" cy="9144000"/>
  <p:embeddedFontLst>
    <p:embeddedFont>
      <p:font typeface="TDTD평고딕" panose="020B0600000101010101" charset="-127"/>
      <p:regular r:id="rId28"/>
    </p:embeddedFont>
    <p:embeddedFont>
      <p:font typeface="윤고딕 Semi-Bold" panose="020B0600000101010101" charset="-127"/>
      <p:regular r:id="rId29"/>
    </p:embeddedFont>
    <p:embeddedFont>
      <p:font typeface="Calibri" panose="020F0502020204030204" pitchFamily="34" charset="0"/>
      <p:regular r:id="rId30"/>
      <p:bold r:id="rId31"/>
      <p:italic r:id="rId32"/>
      <p:boldItalic r:id="rId33"/>
    </p:embeddedFont>
    <p:embeddedFont>
      <p:font typeface="Consolas" panose="020B0609020204030204" pitchFamily="49" charset="0"/>
      <p:regular r:id="rId34"/>
      <p:bold r:id="rId35"/>
      <p:italic r:id="rId36"/>
      <p:boldItalic r:id="rId37"/>
    </p:embeddedFont>
    <p:embeddedFont>
      <p:font typeface="맑은 고딕" panose="020B0503020000020004" pitchFamily="50" charset="-127"/>
      <p:regular r:id="rId38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154FF"/>
    <a:srgbClr val="B2B2B2"/>
    <a:srgbClr val="F2F2F2"/>
    <a:srgbClr val="E1E1E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474" y="-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2.fntdata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새롬 임" userId="86ce26321b39ebd9" providerId="LiveId" clId="{F2413EE1-D4D4-4572-9C3B-05AE78FE3CA2}"/>
    <pc:docChg chg="undo custSel addSld delSld modSld">
      <pc:chgData name="새롬 임" userId="86ce26321b39ebd9" providerId="LiveId" clId="{F2413EE1-D4D4-4572-9C3B-05AE78FE3CA2}" dt="2025-07-23T15:01:53.122" v="377" actId="20577"/>
      <pc:docMkLst>
        <pc:docMk/>
      </pc:docMkLst>
      <pc:sldChg chg="modSp mod">
        <pc:chgData name="새롬 임" userId="86ce26321b39ebd9" providerId="LiveId" clId="{F2413EE1-D4D4-4572-9C3B-05AE78FE3CA2}" dt="2025-07-23T14:53:13.805" v="0" actId="1076"/>
        <pc:sldMkLst>
          <pc:docMk/>
          <pc:sldMk cId="0" sldId="256"/>
        </pc:sldMkLst>
        <pc:spChg chg="mod">
          <ac:chgData name="새롬 임" userId="86ce26321b39ebd9" providerId="LiveId" clId="{F2413EE1-D4D4-4572-9C3B-05AE78FE3CA2}" dt="2025-07-23T14:53:13.805" v="0" actId="1076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새롬 임" userId="86ce26321b39ebd9" providerId="LiveId" clId="{F2413EE1-D4D4-4572-9C3B-05AE78FE3CA2}" dt="2025-07-23T14:53:25.987" v="1" actId="47"/>
        <pc:sldMkLst>
          <pc:docMk/>
          <pc:sldMk cId="0" sldId="257"/>
        </pc:sldMkLst>
      </pc:sldChg>
      <pc:sldChg chg="addSp delSp modSp mod">
        <pc:chgData name="새롬 임" userId="86ce26321b39ebd9" providerId="LiveId" clId="{F2413EE1-D4D4-4572-9C3B-05AE78FE3CA2}" dt="2025-07-23T15:01:53.122" v="377" actId="20577"/>
        <pc:sldMkLst>
          <pc:docMk/>
          <pc:sldMk cId="0" sldId="258"/>
        </pc:sldMkLst>
        <pc:spChg chg="mod">
          <ac:chgData name="새롬 임" userId="86ce26321b39ebd9" providerId="LiveId" clId="{F2413EE1-D4D4-4572-9C3B-05AE78FE3CA2}" dt="2025-07-23T14:54:28.735" v="60" actId="1076"/>
          <ac:spMkLst>
            <pc:docMk/>
            <pc:sldMk cId="0" sldId="258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9.823" v="58" actId="478"/>
          <ac:spMkLst>
            <pc:docMk/>
            <pc:sldMk cId="0" sldId="258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18.480" v="57" actId="478"/>
          <ac:spMkLst>
            <pc:docMk/>
            <pc:sldMk cId="0" sldId="258"/>
            <ac:spMk id="1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21.794" v="59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2.206" v="61" actId="478"/>
          <ac:spMkLst>
            <pc:docMk/>
            <pc:sldMk cId="0" sldId="258"/>
            <ac:spMk id="12" creationId="{00000000-0000-0000-0000-000000000000}"/>
          </ac:spMkLst>
        </pc:spChg>
        <pc:spChg chg="add mod">
          <ac:chgData name="새롬 임" userId="86ce26321b39ebd9" providerId="LiveId" clId="{F2413EE1-D4D4-4572-9C3B-05AE78FE3CA2}" dt="2025-07-23T15:01:18.361" v="339" actId="1076"/>
          <ac:spMkLst>
            <pc:docMk/>
            <pc:sldMk cId="0" sldId="258"/>
            <ac:spMk id="13" creationId="{0E125C36-58D5-8995-F119-20A69B7572DC}"/>
          </ac:spMkLst>
        </pc:spChg>
        <pc:spChg chg="add mod">
          <ac:chgData name="새롬 임" userId="86ce26321b39ebd9" providerId="LiveId" clId="{F2413EE1-D4D4-4572-9C3B-05AE78FE3CA2}" dt="2025-07-23T15:01:53.122" v="377" actId="20577"/>
          <ac:spMkLst>
            <pc:docMk/>
            <pc:sldMk cId="0" sldId="258"/>
            <ac:spMk id="14" creationId="{293E77A7-BA7D-8DB5-F93E-06CCBB53362C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4" creationId="{54300FAF-4CB5-18FB-760E-F6C729789AD2}"/>
          </ac:spMkLst>
        </pc:spChg>
        <pc:spChg chg="add mod">
          <ac:chgData name="새롬 임" userId="86ce26321b39ebd9" providerId="LiveId" clId="{F2413EE1-D4D4-4572-9C3B-05AE78FE3CA2}" dt="2025-07-23T15:01:35.196" v="342" actId="1076"/>
          <ac:spMkLst>
            <pc:docMk/>
            <pc:sldMk cId="0" sldId="258"/>
            <ac:spMk id="35" creationId="{70D065EB-F2C6-A65F-C5E2-7BCCBA653CB0}"/>
          </ac:spMkLst>
        </pc:spChg>
      </pc:sldChg>
      <pc:sldChg chg="addSp delSp modSp mod">
        <pc:chgData name="새롬 임" userId="86ce26321b39ebd9" providerId="LiveId" clId="{F2413EE1-D4D4-4572-9C3B-05AE78FE3CA2}" dt="2025-07-23T14:56:48.084" v="260" actId="20577"/>
        <pc:sldMkLst>
          <pc:docMk/>
          <pc:sldMk cId="0" sldId="259"/>
        </pc:sldMkLst>
        <pc:spChg chg="mod">
          <ac:chgData name="새롬 임" userId="86ce26321b39ebd9" providerId="LiveId" clId="{F2413EE1-D4D4-4572-9C3B-05AE78FE3CA2}" dt="2025-07-23T14:54:59.244" v="95"/>
          <ac:spMkLst>
            <pc:docMk/>
            <pc:sldMk cId="0" sldId="259"/>
            <ac:spMk id="8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4:36.303" v="62" actId="478"/>
          <ac:spMkLst>
            <pc:docMk/>
            <pc:sldMk cId="0" sldId="259"/>
            <ac:spMk id="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45.774" v="7" actId="478"/>
          <ac:spMkLst>
            <pc:docMk/>
            <pc:sldMk cId="0" sldId="259"/>
            <ac:spMk id="19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3.077" v="12" actId="478"/>
          <ac:spMkLst>
            <pc:docMk/>
            <pc:sldMk cId="0" sldId="259"/>
            <ac:spMk id="20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9.303" v="16" actId="478"/>
          <ac:spMkLst>
            <pc:docMk/>
            <pc:sldMk cId="0" sldId="259"/>
            <ac:spMk id="21" creationId="{00000000-0000-0000-0000-000000000000}"/>
          </ac:spMkLst>
        </pc:spChg>
        <pc:spChg chg="del">
          <ac:chgData name="새롬 임" userId="86ce26321b39ebd9" providerId="LiveId" clId="{F2413EE1-D4D4-4572-9C3B-05AE78FE3CA2}" dt="2025-07-23T14:53:56.724" v="14" actId="478"/>
          <ac:spMkLst>
            <pc:docMk/>
            <pc:sldMk cId="0" sldId="259"/>
            <ac:spMk id="31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9.185" v="10" actId="478"/>
          <ac:spMkLst>
            <pc:docMk/>
            <pc:sldMk cId="0" sldId="259"/>
            <ac:spMk id="32" creationId="{00000000-0000-0000-0000-000000000000}"/>
          </ac:spMkLst>
        </pc:spChg>
        <pc:spChg chg="del mod">
          <ac:chgData name="새롬 임" userId="86ce26321b39ebd9" providerId="LiveId" clId="{F2413EE1-D4D4-4572-9C3B-05AE78FE3CA2}" dt="2025-07-23T14:53:42.945" v="5" actId="478"/>
          <ac:spMkLst>
            <pc:docMk/>
            <pc:sldMk cId="0" sldId="259"/>
            <ac:spMk id="33" creationId="{00000000-0000-0000-0000-000000000000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4" creationId="{54300FAF-4CB5-18FB-760E-F6C729789AD2}"/>
          </ac:spMkLst>
        </pc:spChg>
        <pc:spChg chg="add del mod">
          <ac:chgData name="새롬 임" userId="86ce26321b39ebd9" providerId="LiveId" clId="{F2413EE1-D4D4-4572-9C3B-05AE78FE3CA2}" dt="2025-07-23T14:55:54.218" v="153" actId="21"/>
          <ac:spMkLst>
            <pc:docMk/>
            <pc:sldMk cId="0" sldId="259"/>
            <ac:spMk id="35" creationId="{70D065EB-F2C6-A65F-C5E2-7BCCBA653CB0}"/>
          </ac:spMkLst>
        </pc:spChg>
        <pc:spChg chg="add mod">
          <ac:chgData name="새롬 임" userId="86ce26321b39ebd9" providerId="LiveId" clId="{F2413EE1-D4D4-4572-9C3B-05AE78FE3CA2}" dt="2025-07-23T14:56:48.084" v="260" actId="20577"/>
          <ac:spMkLst>
            <pc:docMk/>
            <pc:sldMk cId="0" sldId="259"/>
            <ac:spMk id="36" creationId="{3A38CE38-4098-A8AF-CAB7-7FE5B70EFDF3}"/>
          </ac:spMkLst>
        </pc:spChg>
        <pc:grpChg chg="mod">
          <ac:chgData name="새롬 임" userId="86ce26321b39ebd9" providerId="LiveId" clId="{F2413EE1-D4D4-4572-9C3B-05AE78FE3CA2}" dt="2025-07-23T14:54:42.393" v="64" actId="1076"/>
          <ac:grpSpMkLst>
            <pc:docMk/>
            <pc:sldMk cId="0" sldId="259"/>
            <ac:grpSpMk id="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3.682" v="6" actId="478"/>
          <ac:grpSpMkLst>
            <pc:docMk/>
            <pc:sldMk cId="0" sldId="259"/>
            <ac:grpSpMk id="10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0.922" v="11" actId="478"/>
          <ac:grpSpMkLst>
            <pc:docMk/>
            <pc:sldMk cId="0" sldId="259"/>
            <ac:grpSpMk id="13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7.811" v="15" actId="478"/>
          <ac:grpSpMkLst>
            <pc:docMk/>
            <pc:sldMk cId="0" sldId="259"/>
            <ac:grpSpMk id="16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0.867" v="3" actId="478"/>
          <ac:grpSpMkLst>
            <pc:docMk/>
            <pc:sldMk cId="0" sldId="259"/>
            <ac:grpSpMk id="22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46.832" v="8" actId="478"/>
          <ac:grpSpMkLst>
            <pc:docMk/>
            <pc:sldMk cId="0" sldId="259"/>
            <ac:grpSpMk id="25" creationId="{00000000-0000-0000-0000-000000000000}"/>
          </ac:grpSpMkLst>
        </pc:grpChg>
        <pc:grpChg chg="del">
          <ac:chgData name="새롬 임" userId="86ce26321b39ebd9" providerId="LiveId" clId="{F2413EE1-D4D4-4572-9C3B-05AE78FE3CA2}" dt="2025-07-23T14:53:53.928" v="13" actId="478"/>
          <ac:grpSpMkLst>
            <pc:docMk/>
            <pc:sldMk cId="0" sldId="259"/>
            <ac:grpSpMk id="28" creationId="{00000000-0000-0000-0000-000000000000}"/>
          </ac:grpSpMkLst>
        </pc:grpChg>
      </pc:sldChg>
      <pc:sldChg chg="del">
        <pc:chgData name="새롬 임" userId="86ce26321b39ebd9" providerId="LiveId" clId="{F2413EE1-D4D4-4572-9C3B-05AE78FE3CA2}" dt="2025-07-23T14:56:55.492" v="262" actId="47"/>
        <pc:sldMkLst>
          <pc:docMk/>
          <pc:sldMk cId="0" sldId="260"/>
        </pc:sldMkLst>
      </pc:sldChg>
      <pc:sldChg chg="del">
        <pc:chgData name="새롬 임" userId="86ce26321b39ebd9" providerId="LiveId" clId="{F2413EE1-D4D4-4572-9C3B-05AE78FE3CA2}" dt="2025-07-23T14:56:53.764" v="261" actId="47"/>
        <pc:sldMkLst>
          <pc:docMk/>
          <pc:sldMk cId="0" sldId="261"/>
        </pc:sldMkLst>
      </pc:sldChg>
      <pc:sldChg chg="del">
        <pc:chgData name="새롬 임" userId="86ce26321b39ebd9" providerId="LiveId" clId="{F2413EE1-D4D4-4572-9C3B-05AE78FE3CA2}" dt="2025-07-23T14:56:57.072" v="263" actId="47"/>
        <pc:sldMkLst>
          <pc:docMk/>
          <pc:sldMk cId="0" sldId="262"/>
        </pc:sldMkLst>
      </pc:sldChg>
      <pc:sldChg chg="del">
        <pc:chgData name="새롬 임" userId="86ce26321b39ebd9" providerId="LiveId" clId="{F2413EE1-D4D4-4572-9C3B-05AE78FE3CA2}" dt="2025-07-23T14:56:58.541" v="264" actId="47"/>
        <pc:sldMkLst>
          <pc:docMk/>
          <pc:sldMk cId="0" sldId="263"/>
        </pc:sldMkLst>
      </pc:sldChg>
      <pc:sldChg chg="del">
        <pc:chgData name="새롬 임" userId="86ce26321b39ebd9" providerId="LiveId" clId="{F2413EE1-D4D4-4572-9C3B-05AE78FE3CA2}" dt="2025-07-23T14:56:59.947" v="265" actId="47"/>
        <pc:sldMkLst>
          <pc:docMk/>
          <pc:sldMk cId="0" sldId="264"/>
        </pc:sldMkLst>
      </pc:sldChg>
      <pc:sldChg chg="addSp delSp modSp add mod">
        <pc:chgData name="새롬 임" userId="86ce26321b39ebd9" providerId="LiveId" clId="{F2413EE1-D4D4-4572-9C3B-05AE78FE3CA2}" dt="2025-07-23T14:56:34.764" v="211"/>
        <pc:sldMkLst>
          <pc:docMk/>
          <pc:sldMk cId="1467159271" sldId="265"/>
        </pc:sldMkLst>
        <pc:spChg chg="add mod">
          <ac:chgData name="새롬 임" userId="86ce26321b39ebd9" providerId="LiveId" clId="{F2413EE1-D4D4-4572-9C3B-05AE78FE3CA2}" dt="2025-07-23T14:56:34.764" v="211"/>
          <ac:spMkLst>
            <pc:docMk/>
            <pc:sldMk cId="1467159271" sldId="265"/>
            <ac:spMk id="9" creationId="{5233442D-140F-834E-DC18-720B1601AB29}"/>
          </ac:spMkLst>
        </pc:spChg>
        <pc:spChg chg="del">
          <ac:chgData name="새롬 임" userId="86ce26321b39ebd9" providerId="LiveId" clId="{F2413EE1-D4D4-4572-9C3B-05AE78FE3CA2}" dt="2025-07-23T14:56:14.523" v="156" actId="478"/>
          <ac:spMkLst>
            <pc:docMk/>
            <pc:sldMk cId="1467159271" sldId="265"/>
            <ac:spMk id="34" creationId="{2F9C7CF3-F919-87C5-24D0-32D81E564E0C}"/>
          </ac:spMkLst>
        </pc:spChg>
        <pc:spChg chg="del">
          <ac:chgData name="새롬 임" userId="86ce26321b39ebd9" providerId="LiveId" clId="{F2413EE1-D4D4-4572-9C3B-05AE78FE3CA2}" dt="2025-07-23T14:56:16.002" v="157" actId="478"/>
          <ac:spMkLst>
            <pc:docMk/>
            <pc:sldMk cId="1467159271" sldId="265"/>
            <ac:spMk id="35" creationId="{78CA2C18-1745-AB20-477D-103464C37C2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0C1274-688E-4B27-ABA4-A72E8D791F56}" type="datetimeFigureOut">
              <a:rPr lang="ko-KR" altLang="en-US" smtClean="0"/>
              <a:t>2025-08-01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C0A0E8-3DF6-4047-AE05-BA40A230ABA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2421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9939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3198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34534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5274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7344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7595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09207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85214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9630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460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03260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56575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48857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69039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5878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1910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C0A0E8-3DF6-4047-AE05-BA40A230ABA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6420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.sv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2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2.png"/><Relationship Id="rId4" Type="http://schemas.openxmlformats.org/officeDocument/2006/relationships/image" Target="../media/image28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7.png"/><Relationship Id="rId4" Type="http://schemas.openxmlformats.org/officeDocument/2006/relationships/image" Target="../media/image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2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2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3769227" y="385156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en-US" sz="9000" spc="-17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outerpark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12" name="Group 12"/>
          <p:cNvGrpSpPr/>
          <p:nvPr/>
        </p:nvGrpSpPr>
        <p:grpSpPr>
          <a:xfrm rot="5400000">
            <a:off x="8392616" y="1620478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5534352" y="5398059"/>
            <a:ext cx="721929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화면</a:t>
            </a:r>
            <a:r>
              <a:rPr 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9000" spc="-17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5903004" y="7290231"/>
            <a:ext cx="6584417" cy="413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김홍섭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 err="1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임새롬</a:t>
            </a:r>
            <a:r>
              <a:rPr lang="en-US" altLang="ko-KR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, </a:t>
            </a:r>
            <a:r>
              <a:rPr lang="ko-KR" altLang="en-US" sz="2499" spc="-49" dirty="0">
                <a:solidFill>
                  <a:srgbClr val="000000"/>
                </a:solidFill>
                <a:latin typeface="윤고딕 Semi-Bold"/>
                <a:ea typeface="윤고딕 Semi-Bold"/>
                <a:cs typeface="윤고딕 Semi-Bold"/>
                <a:sym typeface="윤고딕 Semi-Bold"/>
              </a:rPr>
              <a:t>장지원</a:t>
            </a:r>
            <a:endParaRPr lang="en-US" sz="2499" spc="-49" dirty="0">
              <a:solidFill>
                <a:srgbClr val="000000"/>
              </a:solidFill>
              <a:latin typeface="윤고딕 Semi-Bold"/>
              <a:ea typeface="윤고딕 Semi-Bold"/>
              <a:cs typeface="윤고딕 Semi-Bold"/>
              <a:sym typeface="윤고딕 Semi-Bold"/>
            </a:endParaRPr>
          </a:p>
        </p:txBody>
      </p:sp>
      <p:sp>
        <p:nvSpPr>
          <p:cNvPr id="19" name="Freeform 19"/>
          <p:cNvSpPr/>
          <p:nvPr/>
        </p:nvSpPr>
        <p:spPr>
          <a:xfrm rot="-886511">
            <a:off x="13048058" y="6441390"/>
            <a:ext cx="471414" cy="825232"/>
          </a:xfrm>
          <a:custGeom>
            <a:avLst/>
            <a:gdLst/>
            <a:ahLst/>
            <a:cxnLst/>
            <a:rect l="l" t="t" r="r" b="b"/>
            <a:pathLst>
              <a:path w="471414" h="825232">
                <a:moveTo>
                  <a:pt x="0" y="0"/>
                </a:moveTo>
                <a:lnTo>
                  <a:pt x="471414" y="0"/>
                </a:lnTo>
                <a:lnTo>
                  <a:pt x="471414" y="825232"/>
                </a:lnTo>
                <a:lnTo>
                  <a:pt x="0" y="82523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39" y="369061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880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ko-KR" alt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목차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786F0-F1C4-4828-A6B0-DA43BAA67561}"/>
              </a:ext>
            </a:extLst>
          </p:cNvPr>
          <p:cNvSpPr txBox="1"/>
          <p:nvPr/>
        </p:nvSpPr>
        <p:spPr>
          <a:xfrm>
            <a:off x="4891375" y="4124743"/>
            <a:ext cx="8488352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A3897F-CDF5-4284-A862-5B8497BA14EE}"/>
              </a:ext>
            </a:extLst>
          </p:cNvPr>
          <p:cNvSpPr txBox="1"/>
          <p:nvPr/>
        </p:nvSpPr>
        <p:spPr>
          <a:xfrm>
            <a:off x="4884748" y="5536897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1243CC-B96E-4467-9574-788CC55E1EB6}"/>
              </a:ext>
            </a:extLst>
          </p:cNvPr>
          <p:cNvSpPr txBox="1"/>
          <p:nvPr/>
        </p:nvSpPr>
        <p:spPr>
          <a:xfrm>
            <a:off x="4881435" y="6949051"/>
            <a:ext cx="11469757" cy="7414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36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E8957A-7564-47F1-9D60-E2CF9F4E3C9F}"/>
              </a:ext>
            </a:extLst>
          </p:cNvPr>
          <p:cNvSpPr txBox="1"/>
          <p:nvPr/>
        </p:nvSpPr>
        <p:spPr>
          <a:xfrm>
            <a:off x="4884749" y="2715795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595479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15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4FE0F0CA-C73E-4FA8-A679-2FBB680EA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352551"/>
            <a:ext cx="13796963" cy="2924064"/>
          </a:xfrm>
          <a:prstGeom prst="rect">
            <a:avLst/>
          </a:prstGeom>
        </p:spPr>
      </p:pic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1143000" y="1693279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C70C9D6D-6C4C-48FB-BA75-486A9557D0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5548381"/>
            <a:ext cx="6974043" cy="210875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956001" y="7867278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중첩이 되어있으면 안된다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05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1143000" y="1693279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CDED972-C023-4735-8A4B-7BF857A274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77" y="2433983"/>
            <a:ext cx="11801045" cy="451789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2BCE33E-BAB8-44FF-94F3-B1A5C0C1B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6960" y="7343395"/>
            <a:ext cx="7223258" cy="192523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1B69F5FC-ED48-4FC2-B9C4-FC5EFA4A086A}"/>
              </a:ext>
            </a:extLst>
          </p:cNvPr>
          <p:cNvSpPr txBox="1"/>
          <p:nvPr/>
        </p:nvSpPr>
        <p:spPr>
          <a:xfrm>
            <a:off x="9472953" y="8186866"/>
            <a:ext cx="731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a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태그의 종료부분이 제대로 지정</a:t>
            </a:r>
          </a:p>
        </p:txBody>
      </p:sp>
    </p:spTree>
    <p:extLst>
      <p:ext uri="{BB962C8B-B14F-4D97-AF65-F5344CB8AC3E}">
        <p14:creationId xmlns:p14="http://schemas.microsoft.com/office/powerpoint/2010/main" val="3149026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934200" y="195518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Footerr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3744AA-C4BA-477F-BA12-606632A79351}"/>
              </a:ext>
            </a:extLst>
          </p:cNvPr>
          <p:cNvSpPr txBox="1"/>
          <p:nvPr/>
        </p:nvSpPr>
        <p:spPr>
          <a:xfrm>
            <a:off x="1123871" y="7852561"/>
            <a:ext cx="8534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리스트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ul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안에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span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태그는 자식요소로 허락하지 않는다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.</a:t>
            </a:r>
            <a:endParaRPr lang="ko-KR" altLang="en-US" sz="2400" dirty="0">
              <a:latin typeface="윤고딕 Semi-Bold" panose="020B0600000101010101" charset="-127"/>
              <a:ea typeface="윤고딕 Semi-Bold" panose="020B0600000101010101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25FD9A6-BDF8-4A0B-8CF1-CE1AF7DECD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871" y="2624655"/>
            <a:ext cx="9334042" cy="460490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EF8103B-4E61-4E9D-B436-4C0ACF6869A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11116" y="2599807"/>
            <a:ext cx="5563376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57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1F0B8254-E958-4B0C-A129-9A95B9B79006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  <p:sp>
        <p:nvSpPr>
          <p:cNvPr id="26" name="TextBox 10">
            <a:extLst>
              <a:ext uri="{FF2B5EF4-FFF2-40B4-BE49-F238E27FC236}">
                <a16:creationId xmlns:a16="http://schemas.microsoft.com/office/drawing/2014/main" id="{2F469015-6034-4C6E-8AE7-72CED7F3FDDE}"/>
              </a:ext>
            </a:extLst>
          </p:cNvPr>
          <p:cNvSpPr txBox="1"/>
          <p:nvPr/>
        </p:nvSpPr>
        <p:spPr>
          <a:xfrm>
            <a:off x="6705600" y="183073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오류 해결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B1B0AFD-05B3-4422-974D-8F4091CCC8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2577240"/>
            <a:ext cx="14442513" cy="55034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6096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5" name="그림 14">
            <a:extLst>
              <a:ext uri="{FF2B5EF4-FFF2-40B4-BE49-F238E27FC236}">
                <a16:creationId xmlns:a16="http://schemas.microsoft.com/office/drawing/2014/main" id="{F402B25F-1F63-4793-A9B6-751F79A86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2728025"/>
            <a:ext cx="14187488" cy="3816561"/>
          </a:xfrm>
          <a:prstGeom prst="rect">
            <a:avLst/>
          </a:prstGeom>
        </p:spPr>
      </p:pic>
      <p:sp>
        <p:nvSpPr>
          <p:cNvPr id="21" name="TextBox 10">
            <a:extLst>
              <a:ext uri="{FF2B5EF4-FFF2-40B4-BE49-F238E27FC236}">
                <a16:creationId xmlns:a16="http://schemas.microsoft.com/office/drawing/2014/main" id="{7F495B53-5BF0-449F-9157-7E3AFA7CB634}"/>
              </a:ext>
            </a:extLst>
          </p:cNvPr>
          <p:cNvSpPr txBox="1"/>
          <p:nvPr/>
        </p:nvSpPr>
        <p:spPr>
          <a:xfrm>
            <a:off x="7010400" y="1794953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common.css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BB10A7-B92A-4D07-8C7C-44B64DD182A9}"/>
              </a:ext>
            </a:extLst>
          </p:cNvPr>
          <p:cNvSpPr txBox="1"/>
          <p:nvPr/>
        </p:nvSpPr>
        <p:spPr>
          <a:xfrm>
            <a:off x="4876800" y="461163"/>
            <a:ext cx="9961000" cy="7382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439"/>
              </a:lnSpc>
              <a:spcBef>
                <a:spcPct val="0"/>
              </a:spcBef>
            </a:pPr>
            <a:r>
              <a:rPr 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1. </a:t>
            </a:r>
            <a:r>
              <a:rPr lang="en-US" altLang="ko-KR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Header, Footer </a:t>
            </a:r>
            <a:r>
              <a:rPr lang="ko-KR" altLang="en-US" sz="36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공통 영역 검사</a:t>
            </a:r>
            <a:endParaRPr lang="en-US" sz="3600" spc="-91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22148335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C7117F9E-2D06-4C0C-9477-C347172553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871" y="2558913"/>
            <a:ext cx="13546440" cy="1105054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4B9373F-3B7F-471E-9D39-745049FE7A35}"/>
              </a:ext>
            </a:extLst>
          </p:cNvPr>
          <p:cNvSpPr txBox="1"/>
          <p:nvPr/>
        </p:nvSpPr>
        <p:spPr>
          <a:xfrm>
            <a:off x="12968224" y="6147244"/>
            <a:ext cx="49530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세미콜론을 찍어준다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br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, </a:t>
            </a:r>
            <a:r>
              <a:rPr lang="en-US" altLang="ko-KR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hr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태그 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info 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이외 오류 해결</a:t>
            </a:r>
            <a:r>
              <a:rPr lang="en-US" altLang="ko-KR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753E088-F114-4EE7-B2E8-41156CDFFB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133" y="6147244"/>
            <a:ext cx="12012255" cy="3493294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2C1DBF9-829D-409D-8F92-A38A0AAE1ADD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273"/>
          <a:stretch/>
        </p:blipFill>
        <p:spPr>
          <a:xfrm>
            <a:off x="1103351" y="3663968"/>
            <a:ext cx="13542960" cy="166250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8E75390-FF10-496D-A99E-5273DBE1D79E}"/>
              </a:ext>
            </a:extLst>
          </p:cNvPr>
          <p:cNvSpPr txBox="1"/>
          <p:nvPr/>
        </p:nvSpPr>
        <p:spPr>
          <a:xfrm>
            <a:off x="10601078" y="2832297"/>
            <a:ext cx="6676571" cy="4896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en-US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Html </a:t>
            </a:r>
            <a:r>
              <a:rPr lang="ko-KR" altLang="en-US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내용중 </a:t>
            </a:r>
            <a:r>
              <a:rPr lang="en-US" altLang="ko-KR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&amp;</a:t>
            </a:r>
            <a:r>
              <a:rPr lang="en-US" altLang="ko-KR" sz="2400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lt</a:t>
            </a:r>
            <a:r>
              <a:rPr lang="en-US" altLang="ko-KR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부등호에 세미콜론이 찍혀야 한다</a:t>
            </a:r>
            <a:r>
              <a:rPr lang="en-US" altLang="ko-KR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400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42FB2A-2834-4989-A90A-91C341C8BEF5}"/>
              </a:ext>
            </a:extLst>
          </p:cNvPr>
          <p:cNvSpPr txBox="1"/>
          <p:nvPr/>
        </p:nvSpPr>
        <p:spPr>
          <a:xfrm>
            <a:off x="10626162" y="3845953"/>
            <a:ext cx="6676571" cy="4896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종료태그가 없는 태그의 </a:t>
            </a:r>
            <a:r>
              <a:rPr lang="en-US" altLang="ko-KR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는</a:t>
            </a:r>
            <a:r>
              <a:rPr lang="en-US" altLang="ko-KR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무의미하다</a:t>
            </a:r>
            <a:r>
              <a:rPr lang="en-US" altLang="ko-KR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.</a:t>
            </a:r>
            <a:endParaRPr lang="en-US" sz="2400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37836739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74676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8F278D-DF4D-46B7-B218-BD6758973F1E}"/>
              </a:ext>
            </a:extLst>
          </p:cNvPr>
          <p:cNvSpPr txBox="1"/>
          <p:nvPr/>
        </p:nvSpPr>
        <p:spPr>
          <a:xfrm>
            <a:off x="8001000" y="7521601"/>
            <a:ext cx="5029200" cy="453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오류 없음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~ 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Wingdings" panose="05000000000000000000" pitchFamily="2" charset="2"/>
              </a:rPr>
              <a:t>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4E924914-7147-40BC-96F7-D8CC819459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798" y="2703648"/>
            <a:ext cx="12803201" cy="4367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3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2">
            <a:extLst>
              <a:ext uri="{FF2B5EF4-FFF2-40B4-BE49-F238E27FC236}">
                <a16:creationId xmlns:a16="http://schemas.microsoft.com/office/drawing/2014/main" id="{A9923B8E-586C-424B-84A1-DF0B1F628BC2}"/>
              </a:ext>
            </a:extLst>
          </p:cNvPr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20" name="Group 3">
              <a:extLst>
                <a:ext uri="{FF2B5EF4-FFF2-40B4-BE49-F238E27FC236}">
                  <a16:creationId xmlns:a16="http://schemas.microsoft.com/office/drawing/2014/main" id="{C0377E86-09BE-4230-AEF4-4B776D41897A}"/>
                </a:ext>
              </a:extLst>
            </p:cNvPr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23" name="Freeform 4">
                <a:extLst>
                  <a:ext uri="{FF2B5EF4-FFF2-40B4-BE49-F238E27FC236}">
                    <a16:creationId xmlns:a16="http://schemas.microsoft.com/office/drawing/2014/main" id="{089D943C-2707-40C1-9F7B-3EBD45E6B7A5}"/>
                  </a:ext>
                </a:extLst>
              </p:cNvPr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24" name="TextBox 5">
                <a:extLst>
                  <a:ext uri="{FF2B5EF4-FFF2-40B4-BE49-F238E27FC236}">
                    <a16:creationId xmlns:a16="http://schemas.microsoft.com/office/drawing/2014/main" id="{16C8F502-D3F2-40D7-9FBF-B86ACF5AA24E}"/>
                  </a:ext>
                </a:extLst>
              </p:cNvPr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21" name="AutoShape 6">
              <a:extLst>
                <a:ext uri="{FF2B5EF4-FFF2-40B4-BE49-F238E27FC236}">
                  <a16:creationId xmlns:a16="http://schemas.microsoft.com/office/drawing/2014/main" id="{78A9DD50-18E0-4382-9E45-0CBF06B44E51}"/>
                </a:ext>
              </a:extLst>
            </p:cNvPr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22" name="Freeform 7">
              <a:extLst>
                <a:ext uri="{FF2B5EF4-FFF2-40B4-BE49-F238E27FC236}">
                  <a16:creationId xmlns:a16="http://schemas.microsoft.com/office/drawing/2014/main" id="{29F7BCFE-EBFF-4F55-B8C5-F685A08E5369}"/>
                </a:ext>
              </a:extLst>
            </p:cNvPr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EABBB25-D980-49A3-9B9B-D262D28E0DD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1848" r="11144" b="65639"/>
          <a:stretch/>
        </p:blipFill>
        <p:spPr>
          <a:xfrm>
            <a:off x="1365968" y="2256372"/>
            <a:ext cx="6934200" cy="627665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E198184-357F-41DE-8DC5-5014184D9D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2132264"/>
            <a:ext cx="7022227" cy="6380741"/>
          </a:xfrm>
          <a:prstGeom prst="rect">
            <a:avLst/>
          </a:prstGeom>
        </p:spPr>
      </p:pic>
      <p:sp>
        <p:nvSpPr>
          <p:cNvPr id="31" name="직사각형 30">
            <a:extLst>
              <a:ext uri="{FF2B5EF4-FFF2-40B4-BE49-F238E27FC236}">
                <a16:creationId xmlns:a16="http://schemas.microsoft.com/office/drawing/2014/main" id="{218BAE31-E6C2-44F8-9937-AC6056F18A46}"/>
              </a:ext>
            </a:extLst>
          </p:cNvPr>
          <p:cNvSpPr/>
          <p:nvPr/>
        </p:nvSpPr>
        <p:spPr>
          <a:xfrm>
            <a:off x="9631856" y="2877106"/>
            <a:ext cx="7023425" cy="565591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B84FA722-228C-4193-9D08-8953418EE8DC}"/>
              </a:ext>
            </a:extLst>
          </p:cNvPr>
          <p:cNvSpPr txBox="1"/>
          <p:nvPr/>
        </p:nvSpPr>
        <p:spPr>
          <a:xfrm>
            <a:off x="12210347" y="229457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header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AEFDCF6-D712-445C-9481-9E8307C848A7}"/>
              </a:ext>
            </a:extLst>
          </p:cNvPr>
          <p:cNvSpPr/>
          <p:nvPr/>
        </p:nvSpPr>
        <p:spPr>
          <a:xfrm>
            <a:off x="9631856" y="2137102"/>
            <a:ext cx="7023426" cy="740004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9" name="TextBox 10">
            <a:extLst>
              <a:ext uri="{FF2B5EF4-FFF2-40B4-BE49-F238E27FC236}">
                <a16:creationId xmlns:a16="http://schemas.microsoft.com/office/drawing/2014/main" id="{3E178FD9-E86C-4F05-BE3B-A00926921FDD}"/>
              </a:ext>
            </a:extLst>
          </p:cNvPr>
          <p:cNvSpPr txBox="1"/>
          <p:nvPr/>
        </p:nvSpPr>
        <p:spPr>
          <a:xfrm>
            <a:off x="11245871" y="481216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</p:spTree>
    <p:extLst>
      <p:ext uri="{BB962C8B-B14F-4D97-AF65-F5344CB8AC3E}">
        <p14:creationId xmlns:p14="http://schemas.microsoft.com/office/powerpoint/2010/main" val="34673308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A5049-03A7-945E-73A6-4DAFDC2A7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>
            <a:extLst>
              <a:ext uri="{FF2B5EF4-FFF2-40B4-BE49-F238E27FC236}">
                <a16:creationId xmlns:a16="http://schemas.microsoft.com/office/drawing/2014/main" id="{4EDA6BAC-4A50-B881-6DDA-A479A7E4F1D6}"/>
              </a:ext>
            </a:extLst>
          </p:cNvPr>
          <p:cNvGrpSpPr/>
          <p:nvPr/>
        </p:nvGrpSpPr>
        <p:grpSpPr>
          <a:xfrm rot="5400000">
            <a:off x="4403379" y="-3581160"/>
            <a:ext cx="9480042" cy="17449321"/>
            <a:chOff x="0" y="0"/>
            <a:chExt cx="2547656" cy="4689466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BAF6F5FB-E770-4AA1-FC5B-BBF44310C295}"/>
                </a:ext>
              </a:extLst>
            </p:cNvPr>
            <p:cNvSpPr/>
            <p:nvPr/>
          </p:nvSpPr>
          <p:spPr>
            <a:xfrm>
              <a:off x="0" y="0"/>
              <a:ext cx="2547656" cy="4689466"/>
            </a:xfrm>
            <a:custGeom>
              <a:avLst/>
              <a:gdLst/>
              <a:ahLst/>
              <a:cxnLst/>
              <a:rect l="l" t="t" r="r" b="b"/>
              <a:pathLst>
                <a:path w="2547656" h="4689466">
                  <a:moveTo>
                    <a:pt x="2547656" y="28335"/>
                  </a:moveTo>
                  <a:lnTo>
                    <a:pt x="2547656" y="4661131"/>
                  </a:lnTo>
                  <a:cubicBezTo>
                    <a:pt x="2547656" y="4676780"/>
                    <a:pt x="2534970" y="4689466"/>
                    <a:pt x="2519322" y="4689466"/>
                  </a:cubicBezTo>
                  <a:lnTo>
                    <a:pt x="28335" y="4689466"/>
                  </a:lnTo>
                  <a:cubicBezTo>
                    <a:pt x="12686" y="4689466"/>
                    <a:pt x="0" y="4676780"/>
                    <a:pt x="0" y="4661131"/>
                  </a:cubicBezTo>
                  <a:lnTo>
                    <a:pt x="0" y="28335"/>
                  </a:lnTo>
                  <a:cubicBezTo>
                    <a:pt x="0" y="12686"/>
                    <a:pt x="12686" y="0"/>
                    <a:pt x="28335" y="0"/>
                  </a:cubicBezTo>
                  <a:lnTo>
                    <a:pt x="2519322" y="0"/>
                  </a:lnTo>
                  <a:cubicBezTo>
                    <a:pt x="2526836" y="0"/>
                    <a:pt x="2534044" y="2985"/>
                    <a:pt x="2539357" y="8299"/>
                  </a:cubicBezTo>
                  <a:cubicBezTo>
                    <a:pt x="2544671" y="13613"/>
                    <a:pt x="2547656" y="20820"/>
                    <a:pt x="2547656" y="28335"/>
                  </a:cubicBezTo>
                  <a:close/>
                </a:path>
              </a:pathLst>
            </a:custGeom>
            <a:solidFill>
              <a:srgbClr val="FFFFFF"/>
            </a:solidFill>
            <a:ln w="47625" cap="rnd">
              <a:solidFill>
                <a:srgbClr val="000000"/>
              </a:solidFill>
              <a:prstDash val="solid"/>
              <a:round/>
            </a:ln>
          </p:spPr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9FA78F44-374F-8E87-10BB-7EB2CDDF67DF}"/>
                </a:ext>
              </a:extLst>
            </p:cNvPr>
            <p:cNvSpPr txBox="1"/>
            <p:nvPr/>
          </p:nvSpPr>
          <p:spPr>
            <a:xfrm>
              <a:off x="0" y="-28575"/>
              <a:ext cx="2547656" cy="4718041"/>
            </a:xfrm>
            <a:prstGeom prst="rect">
              <a:avLst/>
            </a:prstGeom>
          </p:spPr>
          <p:txBody>
            <a:bodyPr lIns="52513" tIns="52513" rIns="52513" bIns="52513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AutoShape 6">
            <a:extLst>
              <a:ext uri="{FF2B5EF4-FFF2-40B4-BE49-F238E27FC236}">
                <a16:creationId xmlns:a16="http://schemas.microsoft.com/office/drawing/2014/main" id="{480C6B6C-2FBC-F4F3-4770-D2ADE3878D88}"/>
              </a:ext>
            </a:extLst>
          </p:cNvPr>
          <p:cNvSpPr/>
          <p:nvPr/>
        </p:nvSpPr>
        <p:spPr>
          <a:xfrm>
            <a:off x="418740" y="1329925"/>
            <a:ext cx="17450520" cy="0"/>
          </a:xfrm>
          <a:prstGeom prst="line">
            <a:avLst/>
          </a:prstGeom>
          <a:ln w="62948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A8E0ABE-A54C-CEB7-FBCD-AC36FFDDAF01}"/>
              </a:ext>
            </a:extLst>
          </p:cNvPr>
          <p:cNvSpPr/>
          <p:nvPr/>
        </p:nvSpPr>
        <p:spPr>
          <a:xfrm>
            <a:off x="16519269" y="872031"/>
            <a:ext cx="758380" cy="180115"/>
          </a:xfrm>
          <a:custGeom>
            <a:avLst/>
            <a:gdLst/>
            <a:ahLst/>
            <a:cxnLst/>
            <a:rect l="l" t="t" r="r" b="b"/>
            <a:pathLst>
              <a:path w="1011173" h="240154">
                <a:moveTo>
                  <a:pt x="0" y="0"/>
                </a:moveTo>
                <a:lnTo>
                  <a:pt x="1011172" y="0"/>
                </a:lnTo>
                <a:lnTo>
                  <a:pt x="1011172" y="240154"/>
                </a:lnTo>
                <a:lnTo>
                  <a:pt x="0" y="24015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16D0FCE-651E-4C59-A425-C9B6A983D779}"/>
              </a:ext>
            </a:extLst>
          </p:cNvPr>
          <p:cNvGrpSpPr/>
          <p:nvPr/>
        </p:nvGrpSpPr>
        <p:grpSpPr>
          <a:xfrm>
            <a:off x="9448800" y="1677000"/>
            <a:ext cx="6668648" cy="7617971"/>
            <a:chOff x="1219200" y="1792730"/>
            <a:chExt cx="6668648" cy="761797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D98B8C8A-CC20-451A-A9BC-8F951B249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71599" y="1792730"/>
              <a:ext cx="5988265" cy="755291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BB670AA-6F13-4165-A2A5-760472F7ADDE}"/>
                </a:ext>
              </a:extLst>
            </p:cNvPr>
            <p:cNvSpPr/>
            <p:nvPr/>
          </p:nvSpPr>
          <p:spPr>
            <a:xfrm>
              <a:off x="1219200" y="1797136"/>
              <a:ext cx="6668647" cy="6470563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AE2A5783-A438-4624-ADC6-EA13BDF19628}"/>
                </a:ext>
              </a:extLst>
            </p:cNvPr>
            <p:cNvSpPr/>
            <p:nvPr/>
          </p:nvSpPr>
          <p:spPr>
            <a:xfrm>
              <a:off x="1219200" y="8272105"/>
              <a:ext cx="6668648" cy="1138596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  <p:sp>
          <p:nvSpPr>
            <p:cNvPr id="17" name="TextBox 10">
              <a:extLst>
                <a:ext uri="{FF2B5EF4-FFF2-40B4-BE49-F238E27FC236}">
                  <a16:creationId xmlns:a16="http://schemas.microsoft.com/office/drawing/2014/main" id="{A053E2D8-FD78-400C-B59E-68C0ECD4174F}"/>
                </a:ext>
              </a:extLst>
            </p:cNvPr>
            <p:cNvSpPr txBox="1"/>
            <p:nvPr/>
          </p:nvSpPr>
          <p:spPr>
            <a:xfrm>
              <a:off x="3810000" y="1792730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main</a:t>
              </a:r>
            </a:p>
          </p:txBody>
        </p:sp>
        <p:sp>
          <p:nvSpPr>
            <p:cNvPr id="18" name="TextBox 10">
              <a:extLst>
                <a:ext uri="{FF2B5EF4-FFF2-40B4-BE49-F238E27FC236}">
                  <a16:creationId xmlns:a16="http://schemas.microsoft.com/office/drawing/2014/main" id="{E515841F-7F71-4BD1-ABC2-82FF304D8E8B}"/>
                </a:ext>
              </a:extLst>
            </p:cNvPr>
            <p:cNvSpPr txBox="1"/>
            <p:nvPr/>
          </p:nvSpPr>
          <p:spPr>
            <a:xfrm>
              <a:off x="3432511" y="8651504"/>
              <a:ext cx="1866442" cy="582532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ct val="150000"/>
                </a:lnSpc>
                <a:spcBef>
                  <a:spcPct val="0"/>
                </a:spcBef>
              </a:pPr>
              <a:r>
                <a:rPr lang="en-US" sz="2799" dirty="0">
                  <a:solidFill>
                    <a:srgbClr val="000000"/>
                  </a:solidFill>
                  <a:latin typeface="TDTD평고딕"/>
                  <a:ea typeface="TDTD평고딕"/>
                  <a:cs typeface="TDTD평고딕"/>
                  <a:sym typeface="TDTD평고딕"/>
                </a:rPr>
                <a:t>footer</a:t>
              </a:r>
            </a:p>
          </p:txBody>
        </p:sp>
      </p:grpSp>
      <p:sp>
        <p:nvSpPr>
          <p:cNvPr id="27" name="TextBox 10">
            <a:extLst>
              <a:ext uri="{FF2B5EF4-FFF2-40B4-BE49-F238E27FC236}">
                <a16:creationId xmlns:a16="http://schemas.microsoft.com/office/drawing/2014/main" id="{A2F284A9-1F7C-44EC-9A71-5B3420C85338}"/>
              </a:ext>
            </a:extLst>
          </p:cNvPr>
          <p:cNvSpPr txBox="1"/>
          <p:nvPr/>
        </p:nvSpPr>
        <p:spPr>
          <a:xfrm>
            <a:off x="2029712" y="2156060"/>
            <a:ext cx="7113687" cy="12264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주 컬러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solidFill>
                  <a:srgbClr val="4154FF"/>
                </a:solidFill>
                <a:effectLst/>
                <a:latin typeface="Consolas" panose="020B0609020204030204" pitchFamily="49" charset="0"/>
              </a:rPr>
              <a:t>#4154FF</a:t>
            </a:r>
            <a:endParaRPr lang="en-US" altLang="ko-KR" sz="2799" dirty="0">
              <a:solidFill>
                <a:srgbClr val="4154FF"/>
              </a:solidFill>
              <a:latin typeface="TDTD평고딕"/>
              <a:ea typeface="TDTD평고딕"/>
              <a:cs typeface="TDTD평고딕"/>
              <a:sym typeface="TDTD평고딕"/>
            </a:endParaRP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헤더 폰트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2800" b="0" dirty="0">
                <a:effectLst/>
                <a:latin typeface="윤고딕 Semi-Bold" panose="020B0600000101010101" charset="-127"/>
                <a:ea typeface="윤고딕 Semi-Bold" panose="020B0600000101010101" charset="-127"/>
              </a:rPr>
              <a:t>BnviitLasik.ttf</a:t>
            </a:r>
          </a:p>
        </p:txBody>
      </p:sp>
      <p:sp>
        <p:nvSpPr>
          <p:cNvPr id="19" name="TextBox 8">
            <a:extLst>
              <a:ext uri="{FF2B5EF4-FFF2-40B4-BE49-F238E27FC236}">
                <a16:creationId xmlns:a16="http://schemas.microsoft.com/office/drawing/2014/main" id="{8DBD7972-A2DC-4D37-B8BA-F1CA313ACE85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1467159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337218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22" name="TextBox 10">
            <a:extLst>
              <a:ext uri="{FF2B5EF4-FFF2-40B4-BE49-F238E27FC236}">
                <a16:creationId xmlns:a16="http://schemas.microsoft.com/office/drawing/2014/main" id="{533B4AFC-9F06-4CBE-B9B6-85149AA79DEA}"/>
              </a:ext>
            </a:extLst>
          </p:cNvPr>
          <p:cNvSpPr txBox="1"/>
          <p:nvPr/>
        </p:nvSpPr>
        <p:spPr>
          <a:xfrm>
            <a:off x="1447800" y="32460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Header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19CA56-B2B3-47A0-B53D-29C9DC5ED397}"/>
              </a:ext>
            </a:extLst>
          </p:cNvPr>
          <p:cNvGrpSpPr/>
          <p:nvPr/>
        </p:nvGrpSpPr>
        <p:grpSpPr>
          <a:xfrm>
            <a:off x="1272796" y="4196813"/>
            <a:ext cx="7113687" cy="3063948"/>
            <a:chOff x="1272796" y="4196813"/>
            <a:chExt cx="7113687" cy="3063948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C1CBB77B-C764-4558-BCFC-A27FEB37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72796" y="4196813"/>
              <a:ext cx="7113687" cy="3063948"/>
            </a:xfrm>
            <a:prstGeom prst="rect">
              <a:avLst/>
            </a:prstGeom>
          </p:spPr>
        </p:pic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189A31AA-39B3-4B34-8C82-7038AF48F141}"/>
                </a:ext>
              </a:extLst>
            </p:cNvPr>
            <p:cNvSpPr/>
            <p:nvPr/>
          </p:nvSpPr>
          <p:spPr>
            <a:xfrm>
              <a:off x="7463387" y="4697012"/>
              <a:ext cx="923096" cy="719002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5" name="TextBox 10">
            <a:extLst>
              <a:ext uri="{FF2B5EF4-FFF2-40B4-BE49-F238E27FC236}">
                <a16:creationId xmlns:a16="http://schemas.microsoft.com/office/drawing/2014/main" id="{BEA2B7ED-A02C-48B7-8180-CD1BF904288A}"/>
              </a:ext>
            </a:extLst>
          </p:cNvPr>
          <p:cNvSpPr txBox="1"/>
          <p:nvPr/>
        </p:nvSpPr>
        <p:spPr>
          <a:xfrm>
            <a:off x="9456484" y="328416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Footer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drop down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구현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D326CD15-44C0-4CC6-9DCA-E83E92AA77EB}"/>
              </a:ext>
            </a:extLst>
          </p:cNvPr>
          <p:cNvGrpSpPr/>
          <p:nvPr/>
        </p:nvGrpSpPr>
        <p:grpSpPr>
          <a:xfrm>
            <a:off x="9440944" y="4053000"/>
            <a:ext cx="7241497" cy="2849062"/>
            <a:chOff x="9196563" y="2924892"/>
            <a:chExt cx="7241497" cy="2849062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6512ACFA-C8BE-4535-8BFA-793FD2C336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4783" r="5237"/>
            <a:stretch/>
          </p:blipFill>
          <p:spPr>
            <a:xfrm>
              <a:off x="9212102" y="4516654"/>
              <a:ext cx="7113688" cy="1257300"/>
            </a:xfrm>
            <a:prstGeom prst="rect">
              <a:avLst/>
            </a:prstGeom>
          </p:spPr>
        </p:pic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C54DD0D-4E7A-465F-8ED7-F2A5C16F9BA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96563" y="2924893"/>
              <a:ext cx="7241497" cy="1257300"/>
            </a:xfrm>
            <a:prstGeom prst="rect">
              <a:avLst/>
            </a:prstGeom>
          </p:spPr>
        </p:pic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D55C3FB8-FA60-4FD5-A3E0-01DC2C51D007}"/>
                </a:ext>
              </a:extLst>
            </p:cNvPr>
            <p:cNvSpPr/>
            <p:nvPr/>
          </p:nvSpPr>
          <p:spPr>
            <a:xfrm>
              <a:off x="14630400" y="2924892"/>
              <a:ext cx="1371600" cy="2849061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18" name="TextBox 8">
            <a:extLst>
              <a:ext uri="{FF2B5EF4-FFF2-40B4-BE49-F238E27FC236}">
                <a16:creationId xmlns:a16="http://schemas.microsoft.com/office/drawing/2014/main" id="{805AD28B-0A1A-4764-87B6-D3425BCFB429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</p:spTree>
    <p:extLst>
      <p:ext uri="{BB962C8B-B14F-4D97-AF65-F5344CB8AC3E}">
        <p14:creationId xmlns:p14="http://schemas.microsoft.com/office/powerpoint/2010/main" val="308001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139" y="32536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6275663" y="1714151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메인페이지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F60152B-E670-4F7B-8C37-4062C479856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45708"/>
          <a:stretch/>
        </p:blipFill>
        <p:spPr>
          <a:xfrm>
            <a:off x="1112423" y="1804882"/>
            <a:ext cx="3493400" cy="36757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6448B31-038F-4853-B5AB-46DDB7D444D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9054"/>
          <a:stretch/>
        </p:blipFill>
        <p:spPr>
          <a:xfrm>
            <a:off x="5352413" y="2667623"/>
            <a:ext cx="3556331" cy="426520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99168B3-6FBA-4363-A1C2-8941FC0A929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6010" b="30858"/>
          <a:stretch/>
        </p:blipFill>
        <p:spPr>
          <a:xfrm>
            <a:off x="9379258" y="2616689"/>
            <a:ext cx="3413983" cy="337262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3C2C69C-816D-4B63-AF35-40DF9663B3D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383"/>
          <a:stretch/>
        </p:blipFill>
        <p:spPr>
          <a:xfrm>
            <a:off x="899719" y="5648491"/>
            <a:ext cx="3723200" cy="4193264"/>
          </a:xfrm>
          <a:prstGeom prst="rect">
            <a:avLst/>
          </a:prstGeom>
        </p:spPr>
      </p:pic>
      <p:sp>
        <p:nvSpPr>
          <p:cNvPr id="19" name="TextBox 11">
            <a:extLst>
              <a:ext uri="{FF2B5EF4-FFF2-40B4-BE49-F238E27FC236}">
                <a16:creationId xmlns:a16="http://schemas.microsoft.com/office/drawing/2014/main" id="{2AB432B9-4FDB-4343-8F1C-382CB72C362E}"/>
              </a:ext>
            </a:extLst>
          </p:cNvPr>
          <p:cNvSpPr txBox="1"/>
          <p:nvPr/>
        </p:nvSpPr>
        <p:spPr>
          <a:xfrm>
            <a:off x="9985164" y="6992138"/>
            <a:ext cx="6169235" cy="19716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이미지 세로 정렬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제목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/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버튼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반응형 </a:t>
            </a:r>
            <a:r>
              <a:rPr lang="ko-KR" altLang="en-US" sz="2199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미디어쿼리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처리 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-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중앙배열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헤더 메뉴 카테고리 안 보이게</a:t>
            </a:r>
            <a:r>
              <a:rPr lang="en-US" altLang="ko-KR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처리</a:t>
            </a:r>
            <a:endParaRPr lang="en-US" altLang="ko-KR" sz="2199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199" u="none" strike="noStrike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푸터</a:t>
            </a: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메뉴 축소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9C1809-297C-4CDA-B10E-ECB12FF926CE}"/>
              </a:ext>
            </a:extLst>
          </p:cNvPr>
          <p:cNvSpPr/>
          <p:nvPr/>
        </p:nvSpPr>
        <p:spPr>
          <a:xfrm>
            <a:off x="1255857" y="1804882"/>
            <a:ext cx="3282976" cy="466254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D92658-EE0E-454B-A2AB-07822807CD70}"/>
              </a:ext>
            </a:extLst>
          </p:cNvPr>
          <p:cNvSpPr/>
          <p:nvPr/>
        </p:nvSpPr>
        <p:spPr>
          <a:xfrm>
            <a:off x="1255857" y="2274000"/>
            <a:ext cx="3282976" cy="3332724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AD5EA96-EE36-4AA8-88A9-27E13614AC7C}"/>
              </a:ext>
            </a:extLst>
          </p:cNvPr>
          <p:cNvSpPr/>
          <p:nvPr/>
        </p:nvSpPr>
        <p:spPr>
          <a:xfrm>
            <a:off x="1434490" y="5676320"/>
            <a:ext cx="2968120" cy="558462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3A49D716-AE91-4BAC-9188-9CAB80BA5696}"/>
              </a:ext>
            </a:extLst>
          </p:cNvPr>
          <p:cNvSpPr/>
          <p:nvPr/>
        </p:nvSpPr>
        <p:spPr>
          <a:xfrm>
            <a:off x="1451479" y="8917342"/>
            <a:ext cx="3051068" cy="664953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CBC42C6-56DE-4A83-B9E0-1B55D7046AED}"/>
              </a:ext>
            </a:extLst>
          </p:cNvPr>
          <p:cNvSpPr/>
          <p:nvPr/>
        </p:nvSpPr>
        <p:spPr>
          <a:xfrm>
            <a:off x="5888411" y="6159681"/>
            <a:ext cx="2718107" cy="556985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CA950F8-9E72-44EE-BDDF-2000DF155945}"/>
              </a:ext>
            </a:extLst>
          </p:cNvPr>
          <p:cNvSpPr/>
          <p:nvPr/>
        </p:nvSpPr>
        <p:spPr>
          <a:xfrm>
            <a:off x="5871315" y="2688032"/>
            <a:ext cx="2718107" cy="556985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FE7D9AD-49D8-494D-BEDC-C7C13DC82A49}"/>
              </a:ext>
            </a:extLst>
          </p:cNvPr>
          <p:cNvSpPr/>
          <p:nvPr/>
        </p:nvSpPr>
        <p:spPr>
          <a:xfrm>
            <a:off x="9963511" y="5443012"/>
            <a:ext cx="2580453" cy="54630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5B77826-2C1B-41D8-9825-44A675616DFA}"/>
              </a:ext>
            </a:extLst>
          </p:cNvPr>
          <p:cNvSpPr/>
          <p:nvPr/>
        </p:nvSpPr>
        <p:spPr>
          <a:xfrm>
            <a:off x="10358157" y="2615083"/>
            <a:ext cx="1756968" cy="531417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6" name="TextBox 8">
            <a:extLst>
              <a:ext uri="{FF2B5EF4-FFF2-40B4-BE49-F238E27FC236}">
                <a16:creationId xmlns:a16="http://schemas.microsoft.com/office/drawing/2014/main" id="{6F5E676A-B28A-4B23-940D-18B349A38EF4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0F8809D-3601-4718-82BA-1096C74C00E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728" t="8548" r="-728" b="1534"/>
          <a:stretch/>
        </p:blipFill>
        <p:spPr>
          <a:xfrm>
            <a:off x="13431247" y="2826331"/>
            <a:ext cx="3744330" cy="333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251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9125C32-559E-4297-87A4-A553B33557B3}"/>
              </a:ext>
            </a:extLst>
          </p:cNvPr>
          <p:cNvSpPr txBox="1"/>
          <p:nvPr/>
        </p:nvSpPr>
        <p:spPr>
          <a:xfrm>
            <a:off x="5791200" y="1756435"/>
            <a:ext cx="8458802" cy="4730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main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페이지 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&lt;-&gt;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이동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4A1FB8-A25E-4F4C-8DD6-7113C4D4D1A6}"/>
              </a:ext>
            </a:extLst>
          </p:cNvPr>
          <p:cNvSpPr txBox="1"/>
          <p:nvPr/>
        </p:nvSpPr>
        <p:spPr>
          <a:xfrm>
            <a:off x="5609763" y="8140870"/>
            <a:ext cx="8177037" cy="10436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400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티켓 버튼을 누르면 티켓 페이지로 이동</a:t>
            </a:r>
            <a:endParaRPr lang="en-US" altLang="ko-KR" sz="2400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NOL </a:t>
            </a:r>
            <a:r>
              <a:rPr lang="en-US" sz="2400" spc="-65" dirty="0" err="1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outerpark</a:t>
            </a:r>
            <a:r>
              <a:rPr 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 </a:t>
            </a: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로고</a:t>
            </a:r>
            <a:r>
              <a:rPr lang="en-US" altLang="ko-KR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, </a:t>
            </a: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홈 누르면 다시 메인 페이지로 이동</a:t>
            </a:r>
            <a:endParaRPr lang="en-US" sz="2400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3" name="TextBox 8">
            <a:extLst>
              <a:ext uri="{FF2B5EF4-FFF2-40B4-BE49-F238E27FC236}">
                <a16:creationId xmlns:a16="http://schemas.microsoft.com/office/drawing/2014/main" id="{E96AA97A-C6A9-4D2E-89A8-5ACCEFC847B7}"/>
              </a:ext>
            </a:extLst>
          </p:cNvPr>
          <p:cNvSpPr txBox="1"/>
          <p:nvPr/>
        </p:nvSpPr>
        <p:spPr>
          <a:xfrm>
            <a:off x="4884749" y="472684"/>
            <a:ext cx="8517301" cy="7791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2.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메인 페이지 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main.html 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2114B7B-8297-4F97-A462-6DAE6470E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59822" y="2523155"/>
            <a:ext cx="6573745" cy="487839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1CFB95C-1D63-4F3F-8A96-2043BE17DD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0615" y="2523155"/>
            <a:ext cx="6690516" cy="487839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CE5DE17E-C9B5-423D-B053-1CD8AE7CD455}"/>
              </a:ext>
            </a:extLst>
          </p:cNvPr>
          <p:cNvSpPr/>
          <p:nvPr/>
        </p:nvSpPr>
        <p:spPr>
          <a:xfrm>
            <a:off x="2286000" y="2933700"/>
            <a:ext cx="381000" cy="228600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A608725-E655-47D2-B90D-032CD7183CF4}"/>
              </a:ext>
            </a:extLst>
          </p:cNvPr>
          <p:cNvSpPr/>
          <p:nvPr/>
        </p:nvSpPr>
        <p:spPr>
          <a:xfrm>
            <a:off x="10515600" y="2530962"/>
            <a:ext cx="990601" cy="249994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EB42507-045F-4ECC-BBC7-A605DEFB4BED}"/>
              </a:ext>
            </a:extLst>
          </p:cNvPr>
          <p:cNvSpPr/>
          <p:nvPr/>
        </p:nvSpPr>
        <p:spPr>
          <a:xfrm>
            <a:off x="10544175" y="2874636"/>
            <a:ext cx="381000" cy="228600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1244781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B2C9F11-22D7-457F-85D0-08BCA8BE20CA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9D2B98-45C3-448C-9405-084F83398F6A}"/>
              </a:ext>
            </a:extLst>
          </p:cNvPr>
          <p:cNvSpPr txBox="1"/>
          <p:nvPr/>
        </p:nvSpPr>
        <p:spPr>
          <a:xfrm>
            <a:off x="6400800" y="170524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ticket_main.html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17FC0-CF7B-453C-99C5-91420A24DCF1}"/>
              </a:ext>
            </a:extLst>
          </p:cNvPr>
          <p:cNvSpPr txBox="1"/>
          <p:nvPr/>
        </p:nvSpPr>
        <p:spPr>
          <a:xfrm>
            <a:off x="8763000" y="7682441"/>
            <a:ext cx="1905000" cy="448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오류 없음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1637BD8-E9BD-40EC-BBF4-FCEF0C71EF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630" y="2574646"/>
            <a:ext cx="14199865" cy="4691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579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94B93C3-4266-4E57-9778-9C5268BA7E1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FEA610-2B04-4F65-9C51-59A529035DA5}"/>
              </a:ext>
            </a:extLst>
          </p:cNvPr>
          <p:cNvSpPr txBox="1"/>
          <p:nvPr/>
        </p:nvSpPr>
        <p:spPr>
          <a:xfrm>
            <a:off x="8153400" y="1607705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</a:t>
            </a:r>
            <a:r>
              <a:rPr lang="en-US" altLang="ko-KR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Css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5137A61-7E3C-4B39-886D-D8C0ACDC3D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401" y="2419165"/>
            <a:ext cx="15658800" cy="14923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C1AE0C5-5FD7-4E28-9249-5CD373D858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401" y="4838828"/>
            <a:ext cx="15811199" cy="1759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5CAEBFD-6062-458A-AA51-B77D3AB4CE74}"/>
              </a:ext>
            </a:extLst>
          </p:cNvPr>
          <p:cNvSpPr txBox="1"/>
          <p:nvPr/>
        </p:nvSpPr>
        <p:spPr>
          <a:xfrm>
            <a:off x="6496201" y="7175551"/>
            <a:ext cx="5029200" cy="4896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lvl="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altLang="ko-KR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Transition : border 0.3s</a:t>
            </a: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로 수정</a:t>
            </a:r>
            <a:endParaRPr lang="en-US" altLang="ko-KR" sz="2400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</p:spTree>
    <p:extLst>
      <p:ext uri="{BB962C8B-B14F-4D97-AF65-F5344CB8AC3E}">
        <p14:creationId xmlns:p14="http://schemas.microsoft.com/office/powerpoint/2010/main" val="81753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3E4B925B-087E-4198-A388-57A6A429C7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000" y="2187166"/>
            <a:ext cx="7094014" cy="660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2ED4D30-FC02-4C2E-BE36-D28EAE9877F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988" y="2187166"/>
            <a:ext cx="5977678" cy="25000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3BF6031-CF2F-4564-AFEF-543C112CFB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4588" y="4457700"/>
            <a:ext cx="6250198" cy="4499375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A9F45FD6-80EE-4167-80AC-4E0907B057B9}"/>
              </a:ext>
            </a:extLst>
          </p:cNvPr>
          <p:cNvSpPr/>
          <p:nvPr/>
        </p:nvSpPr>
        <p:spPr>
          <a:xfrm>
            <a:off x="9643388" y="2857501"/>
            <a:ext cx="6004277" cy="6248399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7" name="TextBox 10">
            <a:extLst>
              <a:ext uri="{FF2B5EF4-FFF2-40B4-BE49-F238E27FC236}">
                <a16:creationId xmlns:a16="http://schemas.microsoft.com/office/drawing/2014/main" id="{3C1EB389-AEC6-4889-BCD4-42ACB9CCCF13}"/>
              </a:ext>
            </a:extLst>
          </p:cNvPr>
          <p:cNvSpPr txBox="1"/>
          <p:nvPr/>
        </p:nvSpPr>
        <p:spPr>
          <a:xfrm>
            <a:off x="12039600" y="2483106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4267E0D7-5CAF-4BFE-8754-685540094893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871E77AD-4EDB-4248-A378-C654E378CFAB}"/>
              </a:ext>
            </a:extLst>
          </p:cNvPr>
          <p:cNvSpPr txBox="1"/>
          <p:nvPr/>
        </p:nvSpPr>
        <p:spPr>
          <a:xfrm>
            <a:off x="1187008" y="161069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티켓페이지 반응형 </a:t>
            </a:r>
            <a:r>
              <a:rPr lang="ko-KR" altLang="en-US" sz="2799" dirty="0" err="1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미디어쿼리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92C2FAAF-5370-4B20-AFF8-D540902C1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9570" y="2473015"/>
            <a:ext cx="4319247" cy="4745920"/>
          </a:xfrm>
          <a:prstGeom prst="rect">
            <a:avLst/>
          </a:prstGeom>
        </p:spPr>
      </p:pic>
      <p:sp>
        <p:nvSpPr>
          <p:cNvPr id="22" name="TextBox 11">
            <a:extLst>
              <a:ext uri="{FF2B5EF4-FFF2-40B4-BE49-F238E27FC236}">
                <a16:creationId xmlns:a16="http://schemas.microsoft.com/office/drawing/2014/main" id="{8A4AC555-3B3C-4EC9-B207-DA4204944D87}"/>
              </a:ext>
            </a:extLst>
          </p:cNvPr>
          <p:cNvSpPr txBox="1"/>
          <p:nvPr/>
        </p:nvSpPr>
        <p:spPr>
          <a:xfrm>
            <a:off x="1539601" y="7582823"/>
            <a:ext cx="5867400" cy="9564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u="none" strike="noStrike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창 크기에 따라 컨텐츠 크기 조정</a:t>
            </a:r>
            <a:endParaRPr lang="en-US" altLang="ko-KR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199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모바일에서 컨텐츠 세로 정렬</a:t>
            </a:r>
            <a:endParaRPr lang="en-US" sz="2199" u="none" strike="noStrike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EF31BBC-8DB5-483B-87E2-883FC9D3297A}"/>
              </a:ext>
            </a:extLst>
          </p:cNvPr>
          <p:cNvSpPr/>
          <p:nvPr/>
        </p:nvSpPr>
        <p:spPr>
          <a:xfrm>
            <a:off x="1189074" y="2571390"/>
            <a:ext cx="4319247" cy="3715107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n>
                <a:solidFill>
                  <a:srgbClr val="4154FF"/>
                </a:solidFill>
              </a:ln>
              <a:noFill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3B56FD58-8E20-43AD-B2AE-36A1E7C3EAF2}"/>
              </a:ext>
            </a:extLst>
          </p:cNvPr>
          <p:cNvGrpSpPr/>
          <p:nvPr/>
        </p:nvGrpSpPr>
        <p:grpSpPr>
          <a:xfrm>
            <a:off x="7300054" y="1399131"/>
            <a:ext cx="3686689" cy="8154538"/>
            <a:chOff x="9504511" y="1847205"/>
            <a:chExt cx="3686689" cy="8154538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B36F684-7B5D-47BD-BA5D-385219FD4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504511" y="1847205"/>
              <a:ext cx="3686689" cy="8154538"/>
            </a:xfrm>
            <a:prstGeom prst="rect">
              <a:avLst/>
            </a:prstGeom>
          </p:spPr>
        </p:pic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127FED1-3C6F-4F30-A522-5FAA512578FE}"/>
                </a:ext>
              </a:extLst>
            </p:cNvPr>
            <p:cNvSpPr/>
            <p:nvPr/>
          </p:nvSpPr>
          <p:spPr>
            <a:xfrm>
              <a:off x="9621967" y="1997717"/>
              <a:ext cx="3332033" cy="7955009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3814081-CC2F-480C-A9E7-2BCD08B9DC46}"/>
              </a:ext>
            </a:extLst>
          </p:cNvPr>
          <p:cNvGrpSpPr/>
          <p:nvPr/>
        </p:nvGrpSpPr>
        <p:grpSpPr>
          <a:xfrm>
            <a:off x="12097797" y="1409851"/>
            <a:ext cx="3523203" cy="7989003"/>
            <a:chOff x="12097797" y="1409851"/>
            <a:chExt cx="3523203" cy="7989003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CF33A945-190B-4578-BA82-9F8E4FE98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115800" y="1409851"/>
              <a:ext cx="3369935" cy="7652372"/>
            </a:xfrm>
            <a:prstGeom prst="rect">
              <a:avLst/>
            </a:prstGeom>
          </p:spPr>
        </p:pic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4E9C3320-C469-4E48-A6EE-1312541EA979}"/>
                </a:ext>
              </a:extLst>
            </p:cNvPr>
            <p:cNvSpPr/>
            <p:nvPr/>
          </p:nvSpPr>
          <p:spPr>
            <a:xfrm>
              <a:off x="12097797" y="1538499"/>
              <a:ext cx="3523203" cy="7860355"/>
            </a:xfrm>
            <a:prstGeom prst="rect">
              <a:avLst/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n>
                  <a:solidFill>
                    <a:srgbClr val="4154FF"/>
                  </a:solidFill>
                </a:ln>
                <a:noFill/>
              </a:endParaRPr>
            </a:p>
          </p:txBody>
        </p:sp>
      </p:grpSp>
      <p:sp>
        <p:nvSpPr>
          <p:cNvPr id="20" name="TextBox 8">
            <a:extLst>
              <a:ext uri="{FF2B5EF4-FFF2-40B4-BE49-F238E27FC236}">
                <a16:creationId xmlns:a16="http://schemas.microsoft.com/office/drawing/2014/main" id="{F953EE4A-4DF7-4F71-B966-BC2DA59216C5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20647473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40121C0E-563E-4F96-9E91-D71CF0F5E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2678" y="2226021"/>
            <a:ext cx="6798743" cy="436226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9A43B08-9435-4D25-BF5C-26D3FF121A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5620" y="2549517"/>
            <a:ext cx="7925906" cy="371526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6916455A-1546-4431-8AFB-8391503F602F}"/>
              </a:ext>
            </a:extLst>
          </p:cNvPr>
          <p:cNvSpPr/>
          <p:nvPr/>
        </p:nvSpPr>
        <p:spPr>
          <a:xfrm>
            <a:off x="10001479" y="2156815"/>
            <a:ext cx="6517790" cy="3139086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103DCD9B-3A53-4C12-92BE-D0256196F8F0}"/>
              </a:ext>
            </a:extLst>
          </p:cNvPr>
          <p:cNvSpPr txBox="1"/>
          <p:nvPr/>
        </p:nvSpPr>
        <p:spPr>
          <a:xfrm>
            <a:off x="12649200" y="1684850"/>
            <a:ext cx="1866442" cy="5825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main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ECC01D-D4EA-4DD9-A3A0-AE3289245744}"/>
              </a:ext>
            </a:extLst>
          </p:cNvPr>
          <p:cNvSpPr txBox="1"/>
          <p:nvPr/>
        </p:nvSpPr>
        <p:spPr>
          <a:xfrm>
            <a:off x="4065265" y="472685"/>
            <a:ext cx="11582400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1189068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F63F5CD-1714-4729-9546-EB1F65DA1B4A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4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3. </a:t>
            </a:r>
            <a:r>
              <a:rPr lang="ko-KR" altLang="en-US" sz="44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티켓 메인 페이지</a:t>
            </a:r>
            <a:r>
              <a:rPr lang="en-US" altLang="ko-KR" sz="44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4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ticket_main.html </a:t>
            </a:r>
            <a:endParaRPr lang="en-US" altLang="ko-KR" sz="4400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1823C29-F600-4D81-849A-FC1FDD3B994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9563" y="1557200"/>
            <a:ext cx="12954000" cy="6761121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CD94F469-938B-41A6-AD3F-DB62F3E30FFC}"/>
              </a:ext>
            </a:extLst>
          </p:cNvPr>
          <p:cNvSpPr/>
          <p:nvPr/>
        </p:nvSpPr>
        <p:spPr>
          <a:xfrm>
            <a:off x="7924801" y="3368216"/>
            <a:ext cx="2514600" cy="3908883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255F284-E456-4F20-AF63-9936DFBDBB02}"/>
              </a:ext>
            </a:extLst>
          </p:cNvPr>
          <p:cNvSpPr txBox="1"/>
          <p:nvPr/>
        </p:nvSpPr>
        <p:spPr>
          <a:xfrm>
            <a:off x="7010400" y="8333148"/>
            <a:ext cx="9144000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>
              <a:lnSpc>
                <a:spcPct val="150000"/>
              </a:lnSpc>
              <a:spcBef>
                <a:spcPct val="0"/>
              </a:spcBef>
            </a:pPr>
            <a:r>
              <a:rPr lang="ko-KR" altLang="en-US" sz="2400" spc="-65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윤고딕"/>
                <a:sym typeface="윤고딕"/>
              </a:rPr>
              <a:t>클릭 시 티켓 예매 페이지로 이동</a:t>
            </a:r>
            <a:endParaRPr lang="en-US" altLang="ko-KR" sz="2400" spc="-65" dirty="0">
              <a:solidFill>
                <a:srgbClr val="000000"/>
              </a:solidFill>
              <a:latin typeface="윤고딕 Semi-Bold" panose="020B0600000101010101" charset="-127"/>
              <a:ea typeface="윤고딕 Semi-Bold" panose="020B0600000101010101" charset="-127"/>
              <a:cs typeface="윤고딕"/>
              <a:sym typeface="윤고딕"/>
            </a:endParaRPr>
          </a:p>
        </p:txBody>
      </p:sp>
      <p:sp>
        <p:nvSpPr>
          <p:cNvPr id="12" name="TextBox 10">
            <a:extLst>
              <a:ext uri="{FF2B5EF4-FFF2-40B4-BE49-F238E27FC236}">
                <a16:creationId xmlns:a16="http://schemas.microsoft.com/office/drawing/2014/main" id="{FBB861DE-0402-452C-9E57-C0ACE882B066}"/>
              </a:ext>
            </a:extLst>
          </p:cNvPr>
          <p:cNvSpPr txBox="1"/>
          <p:nvPr/>
        </p:nvSpPr>
        <p:spPr>
          <a:xfrm>
            <a:off x="1187008" y="1610698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&lt;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나의 아저씨</a:t>
            </a: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&gt;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상세 페이지 이동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7512225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F63F5CD-1714-4729-9546-EB1F65DA1B4A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BECB89-B43D-494A-AFC6-EB43499CC968}"/>
              </a:ext>
            </a:extLst>
          </p:cNvPr>
          <p:cNvSpPr txBox="1"/>
          <p:nvPr/>
        </p:nvSpPr>
        <p:spPr>
          <a:xfrm>
            <a:off x="6400800" y="1705240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ticket_detail.html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 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84C6BC84-41B1-4E79-9C00-35A758ABFF24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2984" t="64867" r="2670"/>
          <a:stretch/>
        </p:blipFill>
        <p:spPr>
          <a:xfrm>
            <a:off x="1993403" y="2461957"/>
            <a:ext cx="14979044" cy="191136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F7EAD864-A777-4856-A306-515333D024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044" y="4588443"/>
            <a:ext cx="4114800" cy="194549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735BD34-8E98-45FD-80E9-87F95F1D5ACA}"/>
              </a:ext>
            </a:extLst>
          </p:cNvPr>
          <p:cNvSpPr txBox="1"/>
          <p:nvPr/>
        </p:nvSpPr>
        <p:spPr>
          <a:xfrm>
            <a:off x="8770834" y="5619512"/>
            <a:ext cx="8161863" cy="541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200" dirty="0">
                <a:latin typeface="윤고딕 Semi-Bold" panose="020B0600000101010101" charset="-127"/>
                <a:ea typeface="윤고딕 Semi-Bold" panose="020B0600000101010101" charset="-127"/>
              </a:rPr>
              <a:t>‘&lt;’, ‘&gt;’ </a:t>
            </a: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문자 이스케이프 처리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B15E6DF-D78B-4122-8156-E77C99C624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4208" y="4692368"/>
            <a:ext cx="4750279" cy="7886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A27EF824-01A8-4BF3-B0C3-E012FA3BDAC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1400" y="6533934"/>
            <a:ext cx="10821406" cy="3172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2507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3A5017E9-A6D0-461A-ADE7-C3E0BB50C7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8906" y="2724712"/>
            <a:ext cx="14330363" cy="41975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B172F39-8F06-436C-8E8D-3ED5F6D7A35C}"/>
              </a:ext>
            </a:extLst>
          </p:cNvPr>
          <p:cNvSpPr txBox="1"/>
          <p:nvPr/>
        </p:nvSpPr>
        <p:spPr>
          <a:xfrm>
            <a:off x="6477000" y="1783357"/>
            <a:ext cx="7113687" cy="4730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  <a:spcBef>
                <a:spcPct val="0"/>
              </a:spcBef>
            </a:pPr>
            <a:r>
              <a:rPr lang="en-US" altLang="ko-KR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- ticket_detail.css </a:t>
            </a:r>
            <a:r>
              <a:rPr lang="ko-KR" altLang="en-US" sz="2799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검사</a:t>
            </a:r>
            <a:endParaRPr lang="en-US" sz="279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064537-798A-4D3C-9679-D4395219AE4D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38311226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EBF1D205-DA3C-487F-AD78-A10ED7C323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5699" y="1826472"/>
            <a:ext cx="5547758" cy="548563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8B31332-D2C9-4234-86E4-3E0A096A14F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2618"/>
          <a:stretch/>
        </p:blipFill>
        <p:spPr>
          <a:xfrm>
            <a:off x="6934200" y="1722420"/>
            <a:ext cx="4747714" cy="511858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1168E7B-2C64-44B7-A789-4B62610C64F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b="23950"/>
          <a:stretch/>
        </p:blipFill>
        <p:spPr>
          <a:xfrm>
            <a:off x="12354723" y="1826472"/>
            <a:ext cx="4778862" cy="4023134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00BC0D87-D48D-4357-B14D-8607109EB3CC}"/>
              </a:ext>
            </a:extLst>
          </p:cNvPr>
          <p:cNvSpPr/>
          <p:nvPr/>
        </p:nvSpPr>
        <p:spPr>
          <a:xfrm>
            <a:off x="1134537" y="2743200"/>
            <a:ext cx="5370082" cy="4800600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61474574-3EFA-475E-B84B-B12FB1CEEA14}"/>
              </a:ext>
            </a:extLst>
          </p:cNvPr>
          <p:cNvSpPr/>
          <p:nvPr/>
        </p:nvSpPr>
        <p:spPr>
          <a:xfrm>
            <a:off x="10129823" y="1826472"/>
            <a:ext cx="1552091" cy="263122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2747DB-7950-4F59-9E9E-A3300A788C0D}"/>
              </a:ext>
            </a:extLst>
          </p:cNvPr>
          <p:cNvSpPr txBox="1"/>
          <p:nvPr/>
        </p:nvSpPr>
        <p:spPr>
          <a:xfrm>
            <a:off x="7220417" y="7658100"/>
            <a:ext cx="8161863" cy="1049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티켓 </a:t>
            </a:r>
            <a:r>
              <a:rPr lang="en-US" altLang="ko-KR" sz="2200" dirty="0">
                <a:latin typeface="윤고딕 Semi-Bold" panose="020B0600000101010101" charset="-127"/>
                <a:ea typeface="윤고딕 Semi-Bold" panose="020B0600000101010101" charset="-127"/>
              </a:rPr>
              <a:t>-&gt; </a:t>
            </a: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연극 </a:t>
            </a:r>
            <a:r>
              <a:rPr lang="en-US" altLang="ko-KR" sz="2200" dirty="0">
                <a:latin typeface="윤고딕 Semi-Bold" panose="020B0600000101010101" charset="-127"/>
                <a:ea typeface="윤고딕 Semi-Bold" panose="020B0600000101010101" charset="-127"/>
              </a:rPr>
              <a:t>&lt;</a:t>
            </a: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나의 아저씨</a:t>
            </a:r>
            <a:r>
              <a:rPr lang="en-US" altLang="ko-KR" sz="2200" dirty="0">
                <a:latin typeface="윤고딕 Semi-Bold" panose="020B0600000101010101" charset="-127"/>
                <a:ea typeface="윤고딕 Semi-Bold" panose="020B0600000101010101" charset="-127"/>
              </a:rPr>
              <a:t>&gt; </a:t>
            </a: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페이지 구현 </a:t>
            </a:r>
            <a:endParaRPr lang="en-US" altLang="ko-KR" sz="2200" dirty="0">
              <a:latin typeface="윤고딕 Semi-Bold" panose="020B0600000101010101" charset="-127"/>
              <a:ea typeface="윤고딕 Semi-Bold" panose="020B0600000101010101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캘린더 고정 </a:t>
            </a:r>
            <a:r>
              <a:rPr lang="en-US" altLang="ko-KR" sz="2200" dirty="0">
                <a:latin typeface="윤고딕 Semi-Bold" panose="020B0600000101010101" charset="-127"/>
                <a:ea typeface="윤고딕 Semi-Bold" panose="020B0600000101010101" charset="-127"/>
              </a:rPr>
              <a:t>– </a:t>
            </a:r>
            <a:r>
              <a:rPr lang="ko-KR" altLang="en-US" sz="2200" dirty="0">
                <a:latin typeface="윤고딕 Semi-Bold" panose="020B0600000101010101" charset="-127"/>
                <a:ea typeface="윤고딕 Semi-Bold" panose="020B0600000101010101" charset="-127"/>
              </a:rPr>
              <a:t>스크롤 내리면 캘린더 따라오도록 구현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3A5A73F-FB28-4FBA-B4A3-976D81F84795}"/>
              </a:ext>
            </a:extLst>
          </p:cNvPr>
          <p:cNvSpPr/>
          <p:nvPr/>
        </p:nvSpPr>
        <p:spPr>
          <a:xfrm>
            <a:off x="15612935" y="1919838"/>
            <a:ext cx="1552091" cy="263122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4154FF"/>
                </a:solidFill>
              </a:ln>
              <a:noFill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C459A6-3D90-4B4A-9762-B2061E47CC48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72915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</p:sp>
      </p:grpSp>
      <p:pic>
        <p:nvPicPr>
          <p:cNvPr id="11" name="그림 10">
            <a:extLst>
              <a:ext uri="{FF2B5EF4-FFF2-40B4-BE49-F238E27FC236}">
                <a16:creationId xmlns:a16="http://schemas.microsoft.com/office/drawing/2014/main" id="{E7621F57-BA5E-434F-8603-3DFD31D3E5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8955" y="2782688"/>
            <a:ext cx="3810000" cy="5391150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1608D9B0-09FC-43D1-8907-924064616D98}"/>
              </a:ext>
            </a:extLst>
          </p:cNvPr>
          <p:cNvSpPr/>
          <p:nvPr/>
        </p:nvSpPr>
        <p:spPr>
          <a:xfrm>
            <a:off x="3579755" y="5517416"/>
            <a:ext cx="457200" cy="457198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3651C069-4DD8-420C-BB68-6E076C3E8E0B}"/>
              </a:ext>
            </a:extLst>
          </p:cNvPr>
          <p:cNvCxnSpPr>
            <a:cxnSpLocks/>
            <a:stCxn id="12" idx="4"/>
          </p:cNvCxnSpPr>
          <p:nvPr/>
        </p:nvCxnSpPr>
        <p:spPr>
          <a:xfrm flipV="1">
            <a:off x="3808355" y="4152900"/>
            <a:ext cx="1144645" cy="1821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F1903B3F-7666-464E-BF8C-24226485D77D}"/>
              </a:ext>
            </a:extLst>
          </p:cNvPr>
          <p:cNvSpPr txBox="1"/>
          <p:nvPr/>
        </p:nvSpPr>
        <p:spPr>
          <a:xfrm>
            <a:off x="4798955" y="3730822"/>
            <a:ext cx="5229319" cy="3352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마우스 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hover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시 회색 타원 형태로 클릭 직전까지 구현</a:t>
            </a:r>
            <a:endParaRPr lang="en-US" altLang="ko-KR" sz="2400" dirty="0">
              <a:latin typeface="윤고딕 Semi-Bold" panose="020B0600000101010101" charset="-127"/>
              <a:ea typeface="윤고딕 Semi-Bold" panose="020B0600000101010101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로고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,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홈 누르면 </a:t>
            </a:r>
            <a:r>
              <a:rPr lang="en-US" altLang="ko-KR" sz="2400" dirty="0" err="1">
                <a:latin typeface="윤고딕 Semi-Bold" panose="020B0600000101010101" charset="-127"/>
                <a:ea typeface="윤고딕 Semi-Bold" panose="020B0600000101010101" charset="-127"/>
              </a:rPr>
              <a:t>outerpark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 err="1">
                <a:latin typeface="윤고딕 Semi-Bold" panose="020B0600000101010101" charset="-127"/>
                <a:ea typeface="윤고딕 Semi-Bold" panose="020B0600000101010101" charset="-127"/>
              </a:rPr>
              <a:t>메인페이지로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 이동</a:t>
            </a:r>
            <a:endParaRPr lang="en-US" altLang="ko-KR" sz="2400" dirty="0">
              <a:latin typeface="윤고딕 Semi-Bold" panose="020B0600000101010101" charset="-127"/>
              <a:ea typeface="윤고딕 Semi-Bold" panose="020B0600000101010101" charset="-127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티켓 누르면 </a:t>
            </a:r>
            <a:r>
              <a:rPr lang="en-US" altLang="ko-KR" sz="2400" dirty="0" err="1">
                <a:latin typeface="윤고딕 Semi-Bold" panose="020B0600000101010101" charset="-127"/>
                <a:ea typeface="윤고딕 Semi-Bold" panose="020B0600000101010101" charset="-127"/>
              </a:rPr>
              <a:t>outerpark</a:t>
            </a:r>
            <a:r>
              <a:rPr lang="en-US" altLang="ko-KR" sz="2400" dirty="0">
                <a:latin typeface="윤고딕 Semi-Bold" panose="020B0600000101010101" charset="-127"/>
                <a:ea typeface="윤고딕 Semi-Bold" panose="020B0600000101010101" charset="-127"/>
              </a:rPr>
              <a:t> </a:t>
            </a:r>
            <a:r>
              <a:rPr lang="ko-KR" altLang="en-US" sz="2400" dirty="0">
                <a:latin typeface="윤고딕 Semi-Bold" panose="020B0600000101010101" charset="-127"/>
                <a:ea typeface="윤고딕 Semi-Bold" panose="020B0600000101010101" charset="-127"/>
              </a:rPr>
              <a:t>티켓 페이지로 이동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D91A091D-22A5-40F5-8775-352EC59DD0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4600" y="2582509"/>
            <a:ext cx="6902623" cy="6272209"/>
          </a:xfrm>
          <a:prstGeom prst="rect">
            <a:avLst/>
          </a:prstGeom>
        </p:spPr>
      </p:pic>
      <p:sp>
        <p:nvSpPr>
          <p:cNvPr id="23" name="직사각형 22">
            <a:extLst>
              <a:ext uri="{FF2B5EF4-FFF2-40B4-BE49-F238E27FC236}">
                <a16:creationId xmlns:a16="http://schemas.microsoft.com/office/drawing/2014/main" id="{461EB862-1A16-4B19-A443-79CF435C92F4}"/>
              </a:ext>
            </a:extLst>
          </p:cNvPr>
          <p:cNvSpPr/>
          <p:nvPr/>
        </p:nvSpPr>
        <p:spPr>
          <a:xfrm>
            <a:off x="10210439" y="2590984"/>
            <a:ext cx="1371600" cy="37252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2D1DD20-AC73-47CF-9CC5-0EEDEB9D29D9}"/>
              </a:ext>
            </a:extLst>
          </p:cNvPr>
          <p:cNvSpPr/>
          <p:nvPr/>
        </p:nvSpPr>
        <p:spPr>
          <a:xfrm>
            <a:off x="10286639" y="3115909"/>
            <a:ext cx="457200" cy="37252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4B2CD-AD3D-4107-94A3-20CD2A7D8941}"/>
              </a:ext>
            </a:extLst>
          </p:cNvPr>
          <p:cNvSpPr/>
          <p:nvPr/>
        </p:nvSpPr>
        <p:spPr>
          <a:xfrm>
            <a:off x="11277239" y="3115908"/>
            <a:ext cx="533400" cy="372525"/>
          </a:xfrm>
          <a:prstGeom prst="rect">
            <a:avLst/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D6E077B3-D939-400D-882F-7DA6BEFBFADA}"/>
              </a:ext>
            </a:extLst>
          </p:cNvPr>
          <p:cNvCxnSpPr>
            <a:cxnSpLocks/>
            <a:stCxn id="23" idx="1"/>
          </p:cNvCxnSpPr>
          <p:nvPr/>
        </p:nvCxnSpPr>
        <p:spPr>
          <a:xfrm flipH="1">
            <a:off x="8991601" y="2777247"/>
            <a:ext cx="1218838" cy="23662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2D65F174-0CE2-482D-89A7-A33B290AD43E}"/>
              </a:ext>
            </a:extLst>
          </p:cNvPr>
          <p:cNvCxnSpPr>
            <a:cxnSpLocks/>
          </p:cNvCxnSpPr>
          <p:nvPr/>
        </p:nvCxnSpPr>
        <p:spPr>
          <a:xfrm flipH="1">
            <a:off x="9144000" y="3488433"/>
            <a:ext cx="2438039" cy="2798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6B87BDC-5ABA-4C7A-9C46-1D0904B738EF}"/>
              </a:ext>
            </a:extLst>
          </p:cNvPr>
          <p:cNvSpPr txBox="1"/>
          <p:nvPr/>
        </p:nvSpPr>
        <p:spPr>
          <a:xfrm>
            <a:off x="3124200" y="505267"/>
            <a:ext cx="12717451" cy="779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439"/>
              </a:lnSpc>
              <a:spcBef>
                <a:spcPct val="0"/>
              </a:spcBef>
            </a:pPr>
            <a:r>
              <a:rPr lang="en-US" altLang="ko-KR" sz="4599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4. </a:t>
            </a:r>
            <a:r>
              <a:rPr lang="ko-KR" altLang="en-US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연극 상세 페이지</a:t>
            </a:r>
            <a:r>
              <a:rPr lang="en-US" altLang="ko-KR" sz="4800" spc="-91" dirty="0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: </a:t>
            </a:r>
            <a:r>
              <a:rPr lang="en-US" altLang="ko-KR" sz="4800" spc="-91" dirty="0">
                <a:solidFill>
                  <a:srgbClr val="000000"/>
                </a:solidFill>
                <a:latin typeface="윤고딕 Semi-Bold" panose="020B0600000101010101" charset="-127"/>
                <a:ea typeface="윤고딕 Semi-Bold" panose="020B0600000101010101" charset="-127"/>
                <a:cs typeface="TDTD평고딕"/>
                <a:sym typeface="TDTD평고딕"/>
              </a:rPr>
              <a:t>ticket_detail.html </a:t>
            </a:r>
            <a:endParaRPr lang="en-US" sz="4599" spc="-91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26082367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18740" y="403479"/>
            <a:ext cx="17450520" cy="9480042"/>
            <a:chOff x="0" y="0"/>
            <a:chExt cx="23267360" cy="12640057"/>
          </a:xfrm>
        </p:grpSpPr>
        <p:grpSp>
          <p:nvGrpSpPr>
            <p:cNvPr id="3" name="Group 3"/>
            <p:cNvGrpSpPr/>
            <p:nvPr/>
          </p:nvGrpSpPr>
          <p:grpSpPr>
            <a:xfrm rot="5400000">
              <a:off x="5312852" y="-5312852"/>
              <a:ext cx="12640057" cy="23265761"/>
              <a:chOff x="0" y="0"/>
              <a:chExt cx="2547656" cy="4689466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2547656" cy="4689466"/>
              </a:xfrm>
              <a:custGeom>
                <a:avLst/>
                <a:gdLst/>
                <a:ahLst/>
                <a:cxnLst/>
                <a:rect l="l" t="t" r="r" b="b"/>
                <a:pathLst>
                  <a:path w="2547656" h="4689466">
                    <a:moveTo>
                      <a:pt x="2547656" y="28335"/>
                    </a:moveTo>
                    <a:lnTo>
                      <a:pt x="2547656" y="4661131"/>
                    </a:lnTo>
                    <a:cubicBezTo>
                      <a:pt x="2547656" y="4676780"/>
                      <a:pt x="2534970" y="4689466"/>
                      <a:pt x="2519322" y="4689466"/>
                    </a:cubicBezTo>
                    <a:lnTo>
                      <a:pt x="28335" y="4689466"/>
                    </a:lnTo>
                    <a:cubicBezTo>
                      <a:pt x="12686" y="4689466"/>
                      <a:pt x="0" y="4676780"/>
                      <a:pt x="0" y="4661131"/>
                    </a:cubicBezTo>
                    <a:lnTo>
                      <a:pt x="0" y="28335"/>
                    </a:lnTo>
                    <a:cubicBezTo>
                      <a:pt x="0" y="12686"/>
                      <a:pt x="12686" y="0"/>
                      <a:pt x="28335" y="0"/>
                    </a:cubicBezTo>
                    <a:lnTo>
                      <a:pt x="2519322" y="0"/>
                    </a:lnTo>
                    <a:cubicBezTo>
                      <a:pt x="2526836" y="0"/>
                      <a:pt x="2534044" y="2985"/>
                      <a:pt x="2539357" y="8299"/>
                    </a:cubicBezTo>
                    <a:cubicBezTo>
                      <a:pt x="2544671" y="13613"/>
                      <a:pt x="2547656" y="20820"/>
                      <a:pt x="2547656" y="283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47625" cap="rnd">
                <a:solidFill>
                  <a:srgbClr val="000000"/>
                </a:solidFill>
                <a:prstDash val="solid"/>
                <a:round/>
              </a:ln>
            </p:spPr>
          </p:sp>
          <p:sp>
            <p:nvSpPr>
              <p:cNvPr id="5" name="TextBox 5"/>
              <p:cNvSpPr txBox="1"/>
              <p:nvPr/>
            </p:nvSpPr>
            <p:spPr>
              <a:xfrm>
                <a:off x="0" y="-28575"/>
                <a:ext cx="2547656" cy="4718041"/>
              </a:xfrm>
              <a:prstGeom prst="rect">
                <a:avLst/>
              </a:prstGeom>
            </p:spPr>
            <p:txBody>
              <a:bodyPr lIns="52513" tIns="52513" rIns="52513" bIns="52513" rtlCol="0" anchor="ctr"/>
              <a:lstStyle/>
              <a:p>
                <a:pPr marL="0" lvl="0" indent="0" algn="ctr">
                  <a:lnSpc>
                    <a:spcPts val="1619"/>
                  </a:lnSpc>
                  <a:spcBef>
                    <a:spcPct val="0"/>
                  </a:spcBef>
                </a:pPr>
                <a:endParaRPr/>
              </a:p>
            </p:txBody>
          </p:sp>
        </p:grpSp>
        <p:sp>
          <p:nvSpPr>
            <p:cNvPr id="6" name="AutoShape 6"/>
            <p:cNvSpPr/>
            <p:nvPr/>
          </p:nvSpPr>
          <p:spPr>
            <a:xfrm>
              <a:off x="0" y="1235261"/>
              <a:ext cx="23267360" cy="0"/>
            </a:xfrm>
            <a:prstGeom prst="line">
              <a:avLst/>
            </a:prstGeom>
            <a:ln w="62948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7" name="Freeform 7"/>
            <p:cNvSpPr/>
            <p:nvPr/>
          </p:nvSpPr>
          <p:spPr>
            <a:xfrm>
              <a:off x="21467372" y="624736"/>
              <a:ext cx="1011173" cy="240154"/>
            </a:xfrm>
            <a:custGeom>
              <a:avLst/>
              <a:gdLst/>
              <a:ahLst/>
              <a:cxnLst/>
              <a:rect l="l" t="t" r="r" b="b"/>
              <a:pathLst>
                <a:path w="1011173" h="240154">
                  <a:moveTo>
                    <a:pt x="0" y="0"/>
                  </a:moveTo>
                  <a:lnTo>
                    <a:pt x="1011172" y="0"/>
                  </a:lnTo>
                  <a:lnTo>
                    <a:pt x="1011172" y="240154"/>
                  </a:lnTo>
                  <a:lnTo>
                    <a:pt x="0" y="2401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 rot="5400000">
            <a:off x="8522122" y="382434"/>
            <a:ext cx="1502767" cy="8945812"/>
            <a:chOff x="0" y="0"/>
            <a:chExt cx="419236" cy="2495666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19236" cy="2495666"/>
            </a:xfrm>
            <a:custGeom>
              <a:avLst/>
              <a:gdLst/>
              <a:ahLst/>
              <a:cxnLst/>
              <a:rect l="l" t="t" r="r" b="b"/>
              <a:pathLst>
                <a:path w="419236" h="2495666">
                  <a:moveTo>
                    <a:pt x="10304" y="0"/>
                  </a:moveTo>
                  <a:lnTo>
                    <a:pt x="408932" y="0"/>
                  </a:lnTo>
                  <a:cubicBezTo>
                    <a:pt x="411665" y="0"/>
                    <a:pt x="414286" y="1086"/>
                    <a:pt x="416218" y="3018"/>
                  </a:cubicBezTo>
                  <a:cubicBezTo>
                    <a:pt x="418150" y="4950"/>
                    <a:pt x="419236" y="7571"/>
                    <a:pt x="419236" y="10304"/>
                  </a:cubicBezTo>
                  <a:lnTo>
                    <a:pt x="419236" y="2485363"/>
                  </a:lnTo>
                  <a:cubicBezTo>
                    <a:pt x="419236" y="2488096"/>
                    <a:pt x="418150" y="2490716"/>
                    <a:pt x="416218" y="2492649"/>
                  </a:cubicBezTo>
                  <a:cubicBezTo>
                    <a:pt x="414286" y="2494581"/>
                    <a:pt x="411665" y="2495666"/>
                    <a:pt x="408932" y="2495666"/>
                  </a:cubicBezTo>
                  <a:lnTo>
                    <a:pt x="10304" y="2495666"/>
                  </a:lnTo>
                  <a:cubicBezTo>
                    <a:pt x="7571" y="2495666"/>
                    <a:pt x="4950" y="2494581"/>
                    <a:pt x="3018" y="2492649"/>
                  </a:cubicBezTo>
                  <a:cubicBezTo>
                    <a:pt x="1086" y="2490716"/>
                    <a:pt x="0" y="2488096"/>
                    <a:pt x="0" y="2485363"/>
                  </a:cubicBezTo>
                  <a:lnTo>
                    <a:pt x="0" y="10304"/>
                  </a:lnTo>
                  <a:cubicBezTo>
                    <a:pt x="0" y="7571"/>
                    <a:pt x="1086" y="4950"/>
                    <a:pt x="3018" y="3018"/>
                  </a:cubicBezTo>
                  <a:cubicBezTo>
                    <a:pt x="4950" y="1086"/>
                    <a:pt x="7571" y="0"/>
                    <a:pt x="10304" y="0"/>
                  </a:cubicBezTo>
                  <a:close/>
                </a:path>
              </a:pathLst>
            </a:custGeom>
            <a:solidFill>
              <a:srgbClr val="FFFFFF"/>
            </a:solidFill>
            <a:ln w="47625" cap="sq">
              <a:solidFill>
                <a:srgbClr val="000000"/>
              </a:solidFill>
              <a:prstDash val="dash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0" y="-28575"/>
              <a:ext cx="419236" cy="2524241"/>
            </a:xfrm>
            <a:prstGeom prst="rect">
              <a:avLst/>
            </a:prstGeom>
          </p:spPr>
          <p:txBody>
            <a:bodyPr lIns="50148" tIns="50148" rIns="50148" bIns="50148" rtlCol="0" anchor="ctr"/>
            <a:lstStyle/>
            <a:p>
              <a:pPr marL="0" lvl="0" indent="0" algn="ctr">
                <a:lnSpc>
                  <a:spcPts val="161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949945" y="4164777"/>
            <a:ext cx="10749547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ko-KR" altLang="en-US" sz="9000" spc="-179">
                <a:solidFill>
                  <a:srgbClr val="000000"/>
                </a:solidFill>
                <a:latin typeface="TDTD평고딕"/>
                <a:ea typeface="TDTD평고딕"/>
                <a:cs typeface="TDTD평고딕"/>
                <a:sym typeface="TDTD평고딕"/>
              </a:rPr>
              <a:t>감사합니다</a:t>
            </a:r>
            <a:endParaRPr lang="en-US" sz="9000" spc="-179" dirty="0">
              <a:solidFill>
                <a:srgbClr val="000000"/>
              </a:solidFill>
              <a:latin typeface="TDTD평고딕"/>
              <a:ea typeface="TDTD평고딕"/>
              <a:cs typeface="TDTD평고딕"/>
              <a:sym typeface="TDTD평고딕"/>
            </a:endParaRPr>
          </a:p>
        </p:txBody>
      </p:sp>
    </p:spTree>
    <p:extLst>
      <p:ext uri="{BB962C8B-B14F-4D97-AF65-F5344CB8AC3E}">
        <p14:creationId xmlns:p14="http://schemas.microsoft.com/office/powerpoint/2010/main" val="10367070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538</Words>
  <Application>Microsoft Office PowerPoint</Application>
  <PresentationFormat>사용자 지정</PresentationFormat>
  <Paragraphs>98</Paragraphs>
  <Slides>25</Slides>
  <Notes>17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윤고딕 Semi-Bold</vt:lpstr>
      <vt:lpstr>Consolas</vt:lpstr>
      <vt:lpstr>맑은 고딕</vt:lpstr>
      <vt:lpstr>Arial</vt:lpstr>
      <vt:lpstr>TDTD평고딕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베이지 블랙과 화이트 단순하고 심플한 인터페이스 레이아웃 프레젠테이션</dc:title>
  <dc:creator>com</dc:creator>
  <cp:lastModifiedBy>FullName</cp:lastModifiedBy>
  <cp:revision>47</cp:revision>
  <dcterms:created xsi:type="dcterms:W3CDTF">2006-08-16T00:00:00Z</dcterms:created>
  <dcterms:modified xsi:type="dcterms:W3CDTF">2025-08-01T02:20:05Z</dcterms:modified>
  <dc:identifier>DAGskY_J-DU</dc:identifier>
</cp:coreProperties>
</file>