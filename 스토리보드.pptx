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64" r:id="rId5"/>
    <p:sldId id="258" r:id="rId6"/>
    <p:sldId id="259" r:id="rId7"/>
    <p:sldId id="266" r:id="rId8"/>
    <p:sldId id="260" r:id="rId9"/>
    <p:sldId id="267" r:id="rId10"/>
    <p:sldId id="268" r:id="rId11"/>
    <p:sldId id="261" r:id="rId12"/>
    <p:sldId id="262" r:id="rId13"/>
    <p:sldId id="269" r:id="rId14"/>
    <p:sldId id="263" r:id="rId15"/>
    <p:sldId id="265" r:id="rId16"/>
  </p:sldIdLst>
  <p:sldSz cx="18288000" cy="10287000"/>
  <p:notesSz cx="6858000" cy="9144000"/>
  <p:embeddedFontLst>
    <p:embeddedFont>
      <p:font typeface="TDTD평고딕" panose="020B0600000101010101" charset="-127"/>
      <p:regular r:id="rId18"/>
    </p:embeddedFont>
    <p:embeddedFont>
      <p:font typeface="윤고딕" panose="020B0600000101010101" charset="-127"/>
      <p:regular r:id="rId19"/>
    </p:embeddedFont>
    <p:embeddedFont>
      <p:font typeface="윤고딕 Semi-Bold" panose="020B0600000101010101" charset="-127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ato Heavy" panose="020B0600000101010101" charset="0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9DC"/>
    <a:srgbClr val="282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94622" autoAdjust="0"/>
  </p:normalViewPr>
  <p:slideViewPr>
    <p:cSldViewPr>
      <p:cViewPr>
        <p:scale>
          <a:sx n="75" d="100"/>
          <a:sy n="75" d="100"/>
        </p:scale>
        <p:origin x="88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39263-3BE6-4776-9753-75BB9336248D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61DDD-16C5-49BC-91BD-C5F7152D6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74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138529" y="5834216"/>
            <a:ext cx="6113367" cy="688646"/>
            <a:chOff x="0" y="0"/>
            <a:chExt cx="1671873" cy="188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1873" cy="188330"/>
            </a:xfrm>
            <a:custGeom>
              <a:avLst/>
              <a:gdLst/>
              <a:ahLst/>
              <a:cxnLst/>
              <a:rect l="l" t="t" r="r" b="b"/>
              <a:pathLst>
                <a:path w="1671873" h="18833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37674"/>
                  </a:lnTo>
                  <a:cubicBezTo>
                    <a:pt x="1671873" y="165650"/>
                    <a:pt x="1649194" y="188330"/>
                    <a:pt x="1621218" y="188330"/>
                  </a:cubicBezTo>
                  <a:lnTo>
                    <a:pt x="50656" y="188330"/>
                  </a:lnTo>
                  <a:cubicBezTo>
                    <a:pt x="22679" y="188330"/>
                    <a:pt x="0" y="165650"/>
                    <a:pt x="0" y="137674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FE5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1873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8392616" y="278978"/>
            <a:ext cx="1502767" cy="8945812"/>
            <a:chOff x="0" y="0"/>
            <a:chExt cx="419236" cy="24956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9236" cy="2495666"/>
            </a:xfrm>
            <a:custGeom>
              <a:avLst/>
              <a:gdLst/>
              <a:ahLst/>
              <a:cxnLst/>
              <a:rect l="l" t="t" r="r" b="b"/>
              <a:pathLst>
                <a:path w="419236" h="2495666">
                  <a:moveTo>
                    <a:pt x="10304" y="0"/>
                  </a:moveTo>
                  <a:lnTo>
                    <a:pt x="408932" y="0"/>
                  </a:lnTo>
                  <a:cubicBezTo>
                    <a:pt x="411665" y="0"/>
                    <a:pt x="414286" y="1086"/>
                    <a:pt x="416218" y="3018"/>
                  </a:cubicBezTo>
                  <a:cubicBezTo>
                    <a:pt x="418150" y="4950"/>
                    <a:pt x="419236" y="7571"/>
                    <a:pt x="419236" y="10304"/>
                  </a:cubicBezTo>
                  <a:lnTo>
                    <a:pt x="419236" y="2485363"/>
                  </a:lnTo>
                  <a:cubicBezTo>
                    <a:pt x="419236" y="2488096"/>
                    <a:pt x="418150" y="2490716"/>
                    <a:pt x="416218" y="2492649"/>
                  </a:cubicBezTo>
                  <a:cubicBezTo>
                    <a:pt x="414286" y="2494581"/>
                    <a:pt x="411665" y="2495666"/>
                    <a:pt x="408932" y="2495666"/>
                  </a:cubicBezTo>
                  <a:lnTo>
                    <a:pt x="10304" y="2495666"/>
                  </a:lnTo>
                  <a:cubicBezTo>
                    <a:pt x="7571" y="2495666"/>
                    <a:pt x="4950" y="2494581"/>
                    <a:pt x="3018" y="2492649"/>
                  </a:cubicBezTo>
                  <a:cubicBezTo>
                    <a:pt x="1086" y="2490716"/>
                    <a:pt x="0" y="2488096"/>
                    <a:pt x="0" y="2485363"/>
                  </a:cubicBezTo>
                  <a:lnTo>
                    <a:pt x="0" y="10304"/>
                  </a:lnTo>
                  <a:cubicBezTo>
                    <a:pt x="0" y="7571"/>
                    <a:pt x="1086" y="4950"/>
                    <a:pt x="3018" y="3018"/>
                  </a:cubicBezTo>
                  <a:cubicBezTo>
                    <a:pt x="4950" y="1086"/>
                    <a:pt x="7571" y="0"/>
                    <a:pt x="103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19236" cy="2524241"/>
            </a:xfrm>
            <a:prstGeom prst="rect">
              <a:avLst/>
            </a:prstGeom>
          </p:spPr>
          <p:txBody>
            <a:bodyPr lIns="50148" tIns="50148" rIns="50148" bIns="50148" rtlCol="0" anchor="ctr"/>
            <a:lstStyle/>
            <a:p>
              <a:pPr marL="0" lvl="0" indent="0" algn="ctr">
                <a:lnSpc>
                  <a:spcPts val="1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4352" y="4056559"/>
            <a:ext cx="721929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스토리보드</a:t>
            </a:r>
            <a:endParaRPr lang="en-US" sz="9000" spc="-17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851791" y="5971591"/>
            <a:ext cx="6584417" cy="41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김홍섭</a:t>
            </a:r>
            <a:r>
              <a:rPr lang="ko-KR" altLang="en-US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임새롬</a:t>
            </a:r>
            <a:r>
              <a:rPr lang="ko-KR" altLang="en-US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장지원</a:t>
            </a:r>
            <a:endParaRPr lang="en-US" sz="2499" spc="-49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</p:txBody>
      </p:sp>
      <p:sp>
        <p:nvSpPr>
          <p:cNvPr id="19" name="Freeform 19"/>
          <p:cNvSpPr/>
          <p:nvPr/>
        </p:nvSpPr>
        <p:spPr>
          <a:xfrm rot="-886511">
            <a:off x="13048058" y="5099890"/>
            <a:ext cx="471414" cy="825232"/>
          </a:xfrm>
          <a:custGeom>
            <a:avLst/>
            <a:gdLst/>
            <a:ahLst/>
            <a:cxnLst/>
            <a:rect l="l" t="t" r="r" b="b"/>
            <a:pathLst>
              <a:path w="471414" h="825232">
                <a:moveTo>
                  <a:pt x="0" y="0"/>
                </a:moveTo>
                <a:lnTo>
                  <a:pt x="471414" y="0"/>
                </a:lnTo>
                <a:lnTo>
                  <a:pt x="471414" y="825232"/>
                </a:lnTo>
                <a:lnTo>
                  <a:pt x="0" y="82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>
            <a:extLst>
              <a:ext uri="{FF2B5EF4-FFF2-40B4-BE49-F238E27FC236}">
                <a16:creationId xmlns:a16="http://schemas.microsoft.com/office/drawing/2014/main" id="{49B1F0D3-805E-4381-9E6D-201BF0FCB6E6}"/>
              </a:ext>
            </a:extLst>
          </p:cNvPr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80" name="Group 3">
              <a:extLst>
                <a:ext uri="{FF2B5EF4-FFF2-40B4-BE49-F238E27FC236}">
                  <a16:creationId xmlns:a16="http://schemas.microsoft.com/office/drawing/2014/main" id="{43036325-1F21-472A-90F2-BE4A82003474}"/>
                </a:ext>
              </a:extLst>
            </p:cNvPr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83" name="Freeform 4">
                <a:extLst>
                  <a:ext uri="{FF2B5EF4-FFF2-40B4-BE49-F238E27FC236}">
                    <a16:creationId xmlns:a16="http://schemas.microsoft.com/office/drawing/2014/main" id="{E9C43003-E224-4CEE-B4DD-BA994E738790}"/>
                  </a:ext>
                </a:extLst>
              </p:cNvPr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84" name="TextBox 5">
                <a:extLst>
                  <a:ext uri="{FF2B5EF4-FFF2-40B4-BE49-F238E27FC236}">
                    <a16:creationId xmlns:a16="http://schemas.microsoft.com/office/drawing/2014/main" id="{72D53A8A-0F26-4013-AFD2-695371B13C8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1" name="AutoShape 6">
              <a:extLst>
                <a:ext uri="{FF2B5EF4-FFF2-40B4-BE49-F238E27FC236}">
                  <a16:creationId xmlns:a16="http://schemas.microsoft.com/office/drawing/2014/main" id="{F8F5A92A-17DF-4D68-B98F-9D9B47FA8A62}"/>
                </a:ext>
              </a:extLst>
            </p:cNvPr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2" name="Freeform 7">
              <a:extLst>
                <a:ext uri="{FF2B5EF4-FFF2-40B4-BE49-F238E27FC236}">
                  <a16:creationId xmlns:a16="http://schemas.microsoft.com/office/drawing/2014/main" id="{75115F43-8AAB-4C6C-96B7-E57178006DE2}"/>
                </a:ext>
              </a:extLst>
            </p:cNvPr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440674" y="468166"/>
            <a:ext cx="4478701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 err="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목차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81A078B-6591-4DA3-8E87-F4D6ABC6FBA3}"/>
              </a:ext>
            </a:extLst>
          </p:cNvPr>
          <p:cNvGrpSpPr/>
          <p:nvPr/>
        </p:nvGrpSpPr>
        <p:grpSpPr>
          <a:xfrm>
            <a:off x="2148173" y="3995230"/>
            <a:ext cx="6113367" cy="629861"/>
            <a:chOff x="6087317" y="1640152"/>
            <a:chExt cx="6113367" cy="629861"/>
          </a:xfrm>
        </p:grpSpPr>
        <p:grpSp>
          <p:nvGrpSpPr>
            <p:cNvPr id="9" name="Group 9"/>
            <p:cNvGrpSpPr/>
            <p:nvPr/>
          </p:nvGrpSpPr>
          <p:grpSpPr>
            <a:xfrm>
              <a:off x="6087317" y="1640152"/>
              <a:ext cx="6113367" cy="629861"/>
              <a:chOff x="0" y="0"/>
              <a:chExt cx="1671873" cy="2083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439326" y="1717545"/>
              <a:ext cx="921029" cy="4474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7530" y="1718816"/>
              <a:ext cx="4416220" cy="42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HISTORY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00D86CF-7CB1-4A31-AC35-862D2D6D5921}"/>
              </a:ext>
            </a:extLst>
          </p:cNvPr>
          <p:cNvGrpSpPr/>
          <p:nvPr/>
        </p:nvGrpSpPr>
        <p:grpSpPr>
          <a:xfrm>
            <a:off x="2122772" y="6008644"/>
            <a:ext cx="6113367" cy="629861"/>
            <a:chOff x="6112716" y="3689908"/>
            <a:chExt cx="6113367" cy="629861"/>
          </a:xfrm>
        </p:grpSpPr>
        <p:grpSp>
          <p:nvGrpSpPr>
            <p:cNvPr id="12" name="Group 12"/>
            <p:cNvGrpSpPr/>
            <p:nvPr/>
          </p:nvGrpSpPr>
          <p:grpSpPr>
            <a:xfrm>
              <a:off x="6112716" y="3689908"/>
              <a:ext cx="6113367" cy="629861"/>
              <a:chOff x="0" y="0"/>
              <a:chExt cx="1671873" cy="20839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439325" y="3783739"/>
              <a:ext cx="921029" cy="4474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17529" y="3785010"/>
              <a:ext cx="4416220" cy="42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ko-KR" alt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메뉴구조</a:t>
              </a:r>
              <a:endPara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8727C0-DEC7-4FAC-B3F8-407453100305}"/>
              </a:ext>
            </a:extLst>
          </p:cNvPr>
          <p:cNvGrpSpPr/>
          <p:nvPr/>
        </p:nvGrpSpPr>
        <p:grpSpPr>
          <a:xfrm>
            <a:off x="2148173" y="5008018"/>
            <a:ext cx="6113367" cy="629861"/>
            <a:chOff x="6087316" y="2683372"/>
            <a:chExt cx="6113367" cy="629861"/>
          </a:xfrm>
        </p:grpSpPr>
        <p:grpSp>
          <p:nvGrpSpPr>
            <p:cNvPr id="19" name="Group 19"/>
            <p:cNvGrpSpPr/>
            <p:nvPr/>
          </p:nvGrpSpPr>
          <p:grpSpPr>
            <a:xfrm>
              <a:off x="6087316" y="2683372"/>
              <a:ext cx="6113367" cy="629861"/>
              <a:chOff x="0" y="0"/>
              <a:chExt cx="1671873" cy="2083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6426625" y="2750936"/>
              <a:ext cx="924278" cy="4474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4829" y="2752207"/>
              <a:ext cx="4416220" cy="42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ko-KR" alt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프로토타입</a:t>
              </a:r>
              <a:endPara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5246BD9D-CCFE-4746-A8FC-A7898B4DF517}"/>
              </a:ext>
            </a:extLst>
          </p:cNvPr>
          <p:cNvGrpSpPr/>
          <p:nvPr/>
        </p:nvGrpSpPr>
        <p:grpSpPr>
          <a:xfrm>
            <a:off x="10114289" y="2956627"/>
            <a:ext cx="6113367" cy="629861"/>
            <a:chOff x="6087316" y="5676180"/>
            <a:chExt cx="6113367" cy="629861"/>
          </a:xfrm>
        </p:grpSpPr>
        <p:grpSp>
          <p:nvGrpSpPr>
            <p:cNvPr id="22" name="Group 22"/>
            <p:cNvGrpSpPr/>
            <p:nvPr/>
          </p:nvGrpSpPr>
          <p:grpSpPr>
            <a:xfrm>
              <a:off x="6087316" y="5676180"/>
              <a:ext cx="6113367" cy="629861"/>
              <a:chOff x="0" y="0"/>
              <a:chExt cx="1671873" cy="20839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451069" y="5767395"/>
              <a:ext cx="924278" cy="4474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99145" y="5747967"/>
              <a:ext cx="4416220" cy="42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PROCESS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01510BA-ECA3-41D2-84B4-B5E071F7049D}"/>
              </a:ext>
            </a:extLst>
          </p:cNvPr>
          <p:cNvGrpSpPr/>
          <p:nvPr/>
        </p:nvGrpSpPr>
        <p:grpSpPr>
          <a:xfrm>
            <a:off x="2122772" y="7111294"/>
            <a:ext cx="6113367" cy="629861"/>
            <a:chOff x="6087316" y="4686300"/>
            <a:chExt cx="6113367" cy="629861"/>
          </a:xfrm>
        </p:grpSpPr>
        <p:grpSp>
          <p:nvGrpSpPr>
            <p:cNvPr id="60" name="Group 22">
              <a:extLst>
                <a:ext uri="{FF2B5EF4-FFF2-40B4-BE49-F238E27FC236}">
                  <a16:creationId xmlns:a16="http://schemas.microsoft.com/office/drawing/2014/main" id="{C28BE902-AFC6-42C0-8393-D84822CF1CDF}"/>
                </a:ext>
              </a:extLst>
            </p:cNvPr>
            <p:cNvGrpSpPr/>
            <p:nvPr/>
          </p:nvGrpSpPr>
          <p:grpSpPr>
            <a:xfrm>
              <a:off x="6087316" y="4686300"/>
              <a:ext cx="6113367" cy="629861"/>
              <a:chOff x="0" y="0"/>
              <a:chExt cx="1671873" cy="208390"/>
            </a:xfrm>
          </p:grpSpPr>
          <p:sp>
            <p:nvSpPr>
              <p:cNvPr id="61" name="Freeform 23">
                <a:extLst>
                  <a:ext uri="{FF2B5EF4-FFF2-40B4-BE49-F238E27FC236}">
                    <a16:creationId xmlns:a16="http://schemas.microsoft.com/office/drawing/2014/main" id="{F7863978-31A9-4EA9-BDFC-A0098579A5E9}"/>
                  </a:ext>
                </a:extLst>
              </p:cNvPr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62" name="TextBox 24">
                <a:extLst>
                  <a:ext uri="{FF2B5EF4-FFF2-40B4-BE49-F238E27FC236}">
                    <a16:creationId xmlns:a16="http://schemas.microsoft.com/office/drawing/2014/main" id="{6F5CA1C2-E8D2-4C2E-997C-CD731DCD3B0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6439325" y="4767447"/>
              <a:ext cx="921029" cy="447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04829" y="4767447"/>
              <a:ext cx="4416220" cy="431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ko-KR" alt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스크린 리스트</a:t>
              </a:r>
              <a:endPara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83C2ADC-2BB4-4315-8C7E-04BF2736D1C8}"/>
              </a:ext>
            </a:extLst>
          </p:cNvPr>
          <p:cNvGrpSpPr/>
          <p:nvPr/>
        </p:nvGrpSpPr>
        <p:grpSpPr>
          <a:xfrm>
            <a:off x="10114288" y="3986113"/>
            <a:ext cx="6113367" cy="629861"/>
            <a:chOff x="6087316" y="6577827"/>
            <a:chExt cx="6113367" cy="629861"/>
          </a:xfrm>
        </p:grpSpPr>
        <p:grpSp>
          <p:nvGrpSpPr>
            <p:cNvPr id="39" name="Group 29">
              <a:extLst>
                <a:ext uri="{FF2B5EF4-FFF2-40B4-BE49-F238E27FC236}">
                  <a16:creationId xmlns:a16="http://schemas.microsoft.com/office/drawing/2014/main" id="{7D5DC6F6-358F-42B0-8F72-E1CE170D8ADE}"/>
                </a:ext>
              </a:extLst>
            </p:cNvPr>
            <p:cNvGrpSpPr/>
            <p:nvPr/>
          </p:nvGrpSpPr>
          <p:grpSpPr>
            <a:xfrm>
              <a:off x="6087316" y="6577827"/>
              <a:ext cx="6113367" cy="629861"/>
              <a:chOff x="0" y="0"/>
              <a:chExt cx="1671873" cy="208390"/>
            </a:xfrm>
          </p:grpSpPr>
          <p:sp>
            <p:nvSpPr>
              <p:cNvPr id="40" name="Freeform 30">
                <a:extLst>
                  <a:ext uri="{FF2B5EF4-FFF2-40B4-BE49-F238E27FC236}">
                    <a16:creationId xmlns:a16="http://schemas.microsoft.com/office/drawing/2014/main" id="{BED7516C-E2F0-4807-B057-10628320C49B}"/>
                  </a:ext>
                </a:extLst>
              </p:cNvPr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1" name="TextBox 31">
                <a:extLst>
                  <a:ext uri="{FF2B5EF4-FFF2-40B4-BE49-F238E27FC236}">
                    <a16:creationId xmlns:a16="http://schemas.microsoft.com/office/drawing/2014/main" id="{8F3E2987-0FA4-4859-B920-26AE5B4AE3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2" name="TextBox 32">
              <a:extLst>
                <a:ext uri="{FF2B5EF4-FFF2-40B4-BE49-F238E27FC236}">
                  <a16:creationId xmlns:a16="http://schemas.microsoft.com/office/drawing/2014/main" id="{690954C0-9522-42C5-B68A-7D41585BF015}"/>
                </a:ext>
              </a:extLst>
            </p:cNvPr>
            <p:cNvSpPr txBox="1"/>
            <p:nvPr/>
          </p:nvSpPr>
          <p:spPr>
            <a:xfrm>
              <a:off x="6478214" y="6669042"/>
              <a:ext cx="921029" cy="447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07</a:t>
              </a:r>
            </a:p>
          </p:txBody>
        </p:sp>
        <p:sp>
          <p:nvSpPr>
            <p:cNvPr id="43" name="TextBox 33">
              <a:extLst>
                <a:ext uri="{FF2B5EF4-FFF2-40B4-BE49-F238E27FC236}">
                  <a16:creationId xmlns:a16="http://schemas.microsoft.com/office/drawing/2014/main" id="{C4C814CA-4B86-4CC4-871B-487DB4D957F5}"/>
                </a:ext>
              </a:extLst>
            </p:cNvPr>
            <p:cNvSpPr txBox="1"/>
            <p:nvPr/>
          </p:nvSpPr>
          <p:spPr>
            <a:xfrm>
              <a:off x="7505549" y="6641001"/>
              <a:ext cx="4416220" cy="431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FLOW CHART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E1E5A30-90FD-48C2-A876-AD66FBEC20FC}"/>
              </a:ext>
            </a:extLst>
          </p:cNvPr>
          <p:cNvGrpSpPr/>
          <p:nvPr/>
        </p:nvGrpSpPr>
        <p:grpSpPr>
          <a:xfrm>
            <a:off x="10114288" y="4957816"/>
            <a:ext cx="6113367" cy="662163"/>
            <a:chOff x="6112716" y="7486622"/>
            <a:chExt cx="6113367" cy="662163"/>
          </a:xfrm>
        </p:grpSpPr>
        <p:grpSp>
          <p:nvGrpSpPr>
            <p:cNvPr id="50" name="Group 29">
              <a:extLst>
                <a:ext uri="{FF2B5EF4-FFF2-40B4-BE49-F238E27FC236}">
                  <a16:creationId xmlns:a16="http://schemas.microsoft.com/office/drawing/2014/main" id="{A23A7DF1-8BC0-4BD0-BA37-42B1ACEF8534}"/>
                </a:ext>
              </a:extLst>
            </p:cNvPr>
            <p:cNvGrpSpPr/>
            <p:nvPr/>
          </p:nvGrpSpPr>
          <p:grpSpPr>
            <a:xfrm>
              <a:off x="6112716" y="7486622"/>
              <a:ext cx="6113367" cy="662163"/>
              <a:chOff x="0" y="0"/>
              <a:chExt cx="1671873" cy="208390"/>
            </a:xfrm>
          </p:grpSpPr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5FAB6E6B-C841-4D7C-829E-82EABEED5720}"/>
                  </a:ext>
                </a:extLst>
              </p:cNvPr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2" name="TextBox 31">
                <a:extLst>
                  <a:ext uri="{FF2B5EF4-FFF2-40B4-BE49-F238E27FC236}">
                    <a16:creationId xmlns:a16="http://schemas.microsoft.com/office/drawing/2014/main" id="{A933BC98-850B-46C9-8C10-43B6508E9A7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3" name="TextBox 32">
              <a:extLst>
                <a:ext uri="{FF2B5EF4-FFF2-40B4-BE49-F238E27FC236}">
                  <a16:creationId xmlns:a16="http://schemas.microsoft.com/office/drawing/2014/main" id="{4CFEADD7-103B-464B-8EED-35019D620BB0}"/>
                </a:ext>
              </a:extLst>
            </p:cNvPr>
            <p:cNvSpPr txBox="1"/>
            <p:nvPr/>
          </p:nvSpPr>
          <p:spPr>
            <a:xfrm>
              <a:off x="6478214" y="7585749"/>
              <a:ext cx="921029" cy="447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08</a:t>
              </a:r>
            </a:p>
          </p:txBody>
        </p:sp>
        <p:sp>
          <p:nvSpPr>
            <p:cNvPr id="54" name="TextBox 33">
              <a:extLst>
                <a:ext uri="{FF2B5EF4-FFF2-40B4-BE49-F238E27FC236}">
                  <a16:creationId xmlns:a16="http://schemas.microsoft.com/office/drawing/2014/main" id="{9382E4CA-3D08-46AA-8C84-3DF20F260B50}"/>
                </a:ext>
              </a:extLst>
            </p:cNvPr>
            <p:cNvSpPr txBox="1"/>
            <p:nvPr/>
          </p:nvSpPr>
          <p:spPr>
            <a:xfrm>
              <a:off x="7505549" y="7572464"/>
              <a:ext cx="4416220" cy="431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PERMISSION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5E1C09A-D131-4644-81C8-2AB1614BD988}"/>
              </a:ext>
            </a:extLst>
          </p:cNvPr>
          <p:cNvGrpSpPr/>
          <p:nvPr/>
        </p:nvGrpSpPr>
        <p:grpSpPr>
          <a:xfrm>
            <a:off x="10130916" y="6018704"/>
            <a:ext cx="6113367" cy="659081"/>
            <a:chOff x="6112715" y="8506789"/>
            <a:chExt cx="6113367" cy="659081"/>
          </a:xfrm>
        </p:grpSpPr>
        <p:grpSp>
          <p:nvGrpSpPr>
            <p:cNvPr id="55" name="Group 29">
              <a:extLst>
                <a:ext uri="{FF2B5EF4-FFF2-40B4-BE49-F238E27FC236}">
                  <a16:creationId xmlns:a16="http://schemas.microsoft.com/office/drawing/2014/main" id="{1CFAC29D-5D6E-442E-97BC-DA8B9DD8FE97}"/>
                </a:ext>
              </a:extLst>
            </p:cNvPr>
            <p:cNvGrpSpPr/>
            <p:nvPr/>
          </p:nvGrpSpPr>
          <p:grpSpPr>
            <a:xfrm>
              <a:off x="6112715" y="8506789"/>
              <a:ext cx="6113367" cy="659081"/>
              <a:chOff x="0" y="0"/>
              <a:chExt cx="1671873" cy="208390"/>
            </a:xfrm>
          </p:grpSpPr>
          <p:sp>
            <p:nvSpPr>
              <p:cNvPr id="56" name="Freeform 30">
                <a:extLst>
                  <a:ext uri="{FF2B5EF4-FFF2-40B4-BE49-F238E27FC236}">
                    <a16:creationId xmlns:a16="http://schemas.microsoft.com/office/drawing/2014/main" id="{9371C3EC-91CF-4784-8FC9-8A7F6D48E06E}"/>
                  </a:ext>
                </a:extLst>
              </p:cNvPr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7" name="TextBox 31">
                <a:extLst>
                  <a:ext uri="{FF2B5EF4-FFF2-40B4-BE49-F238E27FC236}">
                    <a16:creationId xmlns:a16="http://schemas.microsoft.com/office/drawing/2014/main" id="{56B21FFB-B42E-4DC2-B8F7-BD1852DFA0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8" name="TextBox 32">
              <a:extLst>
                <a:ext uri="{FF2B5EF4-FFF2-40B4-BE49-F238E27FC236}">
                  <a16:creationId xmlns:a16="http://schemas.microsoft.com/office/drawing/2014/main" id="{ED120115-201C-454D-A668-55CF22A23866}"/>
                </a:ext>
              </a:extLst>
            </p:cNvPr>
            <p:cNvSpPr txBox="1"/>
            <p:nvPr/>
          </p:nvSpPr>
          <p:spPr>
            <a:xfrm>
              <a:off x="6478214" y="8612614"/>
              <a:ext cx="921029" cy="447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09</a:t>
              </a:r>
            </a:p>
          </p:txBody>
        </p:sp>
        <p:sp>
          <p:nvSpPr>
            <p:cNvPr id="59" name="TextBox 33">
              <a:extLst>
                <a:ext uri="{FF2B5EF4-FFF2-40B4-BE49-F238E27FC236}">
                  <a16:creationId xmlns:a16="http://schemas.microsoft.com/office/drawing/2014/main" id="{9BA8A79D-330E-4665-A898-0F2013A289E6}"/>
                </a:ext>
              </a:extLst>
            </p:cNvPr>
            <p:cNvSpPr txBox="1"/>
            <p:nvPr/>
          </p:nvSpPr>
          <p:spPr>
            <a:xfrm>
              <a:off x="7505549" y="8594563"/>
              <a:ext cx="4416220" cy="431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POLICY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3AA1F5F2-98E3-40A5-AD03-E603B28B7F80}"/>
              </a:ext>
            </a:extLst>
          </p:cNvPr>
          <p:cNvGrpSpPr/>
          <p:nvPr/>
        </p:nvGrpSpPr>
        <p:grpSpPr>
          <a:xfrm>
            <a:off x="10130916" y="7039104"/>
            <a:ext cx="6113367" cy="659081"/>
            <a:chOff x="6074616" y="9371200"/>
            <a:chExt cx="6113367" cy="659081"/>
          </a:xfrm>
        </p:grpSpPr>
        <p:grpSp>
          <p:nvGrpSpPr>
            <p:cNvPr id="65" name="Group 29">
              <a:extLst>
                <a:ext uri="{FF2B5EF4-FFF2-40B4-BE49-F238E27FC236}">
                  <a16:creationId xmlns:a16="http://schemas.microsoft.com/office/drawing/2014/main" id="{1C31A717-627D-4D84-8975-E86C383E53B5}"/>
                </a:ext>
              </a:extLst>
            </p:cNvPr>
            <p:cNvGrpSpPr/>
            <p:nvPr/>
          </p:nvGrpSpPr>
          <p:grpSpPr>
            <a:xfrm>
              <a:off x="6074616" y="9371200"/>
              <a:ext cx="6113367" cy="659081"/>
              <a:chOff x="0" y="0"/>
              <a:chExt cx="1671873" cy="208390"/>
            </a:xfrm>
          </p:grpSpPr>
          <p:sp>
            <p:nvSpPr>
              <p:cNvPr id="66" name="Freeform 30">
                <a:extLst>
                  <a:ext uri="{FF2B5EF4-FFF2-40B4-BE49-F238E27FC236}">
                    <a16:creationId xmlns:a16="http://schemas.microsoft.com/office/drawing/2014/main" id="{55C8A535-462D-4FFB-9148-54A4FFE63110}"/>
                  </a:ext>
                </a:extLst>
              </p:cNvPr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67" name="TextBox 31">
                <a:extLst>
                  <a:ext uri="{FF2B5EF4-FFF2-40B4-BE49-F238E27FC236}">
                    <a16:creationId xmlns:a16="http://schemas.microsoft.com/office/drawing/2014/main" id="{E2C1CE31-E2B6-41B5-93C9-EFBA249B8A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8" name="TextBox 32">
              <a:extLst>
                <a:ext uri="{FF2B5EF4-FFF2-40B4-BE49-F238E27FC236}">
                  <a16:creationId xmlns:a16="http://schemas.microsoft.com/office/drawing/2014/main" id="{D6A4CCAC-C55D-4D1E-A46C-2D2C9078C799}"/>
                </a:ext>
              </a:extLst>
            </p:cNvPr>
            <p:cNvSpPr txBox="1"/>
            <p:nvPr/>
          </p:nvSpPr>
          <p:spPr>
            <a:xfrm>
              <a:off x="6440115" y="9477025"/>
              <a:ext cx="921029" cy="447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10</a:t>
              </a:r>
            </a:p>
          </p:txBody>
        </p:sp>
        <p:sp>
          <p:nvSpPr>
            <p:cNvPr id="69" name="TextBox 33">
              <a:extLst>
                <a:ext uri="{FF2B5EF4-FFF2-40B4-BE49-F238E27FC236}">
                  <a16:creationId xmlns:a16="http://schemas.microsoft.com/office/drawing/2014/main" id="{B7473503-341E-485D-9C2E-F9B6024CAA52}"/>
                </a:ext>
              </a:extLst>
            </p:cNvPr>
            <p:cNvSpPr txBox="1"/>
            <p:nvPr/>
          </p:nvSpPr>
          <p:spPr>
            <a:xfrm>
              <a:off x="7467450" y="9458974"/>
              <a:ext cx="4416220" cy="431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UI </a:t>
              </a:r>
              <a:r>
                <a:rPr lang="ko-KR" alt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상세구조</a:t>
              </a:r>
              <a:endPara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2FAD91C8-6D9F-4393-AEAD-F8C326123D89}"/>
              </a:ext>
            </a:extLst>
          </p:cNvPr>
          <p:cNvGrpSpPr/>
          <p:nvPr/>
        </p:nvGrpSpPr>
        <p:grpSpPr>
          <a:xfrm>
            <a:off x="2160875" y="2959324"/>
            <a:ext cx="6113367" cy="629861"/>
            <a:chOff x="6087317" y="1640152"/>
            <a:chExt cx="6113367" cy="629861"/>
          </a:xfrm>
        </p:grpSpPr>
        <p:grpSp>
          <p:nvGrpSpPr>
            <p:cNvPr id="64" name="Group 9">
              <a:extLst>
                <a:ext uri="{FF2B5EF4-FFF2-40B4-BE49-F238E27FC236}">
                  <a16:creationId xmlns:a16="http://schemas.microsoft.com/office/drawing/2014/main" id="{A0AFFFB1-CCED-4F86-B6E3-8AFE13B2FE6C}"/>
                </a:ext>
              </a:extLst>
            </p:cNvPr>
            <p:cNvGrpSpPr/>
            <p:nvPr/>
          </p:nvGrpSpPr>
          <p:grpSpPr>
            <a:xfrm>
              <a:off x="6087317" y="1640152"/>
              <a:ext cx="6113367" cy="629861"/>
              <a:chOff x="0" y="0"/>
              <a:chExt cx="1671873" cy="208390"/>
            </a:xfrm>
          </p:grpSpPr>
          <p:sp>
            <p:nvSpPr>
              <p:cNvPr id="87" name="Freeform 10">
                <a:extLst>
                  <a:ext uri="{FF2B5EF4-FFF2-40B4-BE49-F238E27FC236}">
                    <a16:creationId xmlns:a16="http://schemas.microsoft.com/office/drawing/2014/main" id="{23DB829F-EB0A-4FE6-8ECB-3161A24AF552}"/>
                  </a:ext>
                </a:extLst>
              </p:cNvPr>
              <p:cNvSpPr/>
              <p:nvPr/>
            </p:nvSpPr>
            <p:spPr>
              <a:xfrm>
                <a:off x="0" y="0"/>
                <a:ext cx="1671873" cy="208390"/>
              </a:xfrm>
              <a:custGeom>
                <a:avLst/>
                <a:gdLst/>
                <a:ahLst/>
                <a:cxnLst/>
                <a:rect l="l" t="t" r="r" b="b"/>
                <a:pathLst>
                  <a:path w="1671873" h="208390">
                    <a:moveTo>
                      <a:pt x="50656" y="0"/>
                    </a:moveTo>
                    <a:lnTo>
                      <a:pt x="1621218" y="0"/>
                    </a:lnTo>
                    <a:cubicBezTo>
                      <a:pt x="1634652" y="0"/>
                      <a:pt x="1647537" y="5337"/>
                      <a:pt x="1657037" y="14837"/>
                    </a:cubicBezTo>
                    <a:cubicBezTo>
                      <a:pt x="1666536" y="24336"/>
                      <a:pt x="1671873" y="37221"/>
                      <a:pt x="1671873" y="50656"/>
                    </a:cubicBezTo>
                    <a:lnTo>
                      <a:pt x="1671873" y="157735"/>
                    </a:lnTo>
                    <a:cubicBezTo>
                      <a:pt x="1671873" y="185711"/>
                      <a:pt x="1649194" y="208390"/>
                      <a:pt x="1621218" y="208390"/>
                    </a:cubicBezTo>
                    <a:lnTo>
                      <a:pt x="50656" y="208390"/>
                    </a:lnTo>
                    <a:cubicBezTo>
                      <a:pt x="22679" y="208390"/>
                      <a:pt x="0" y="185711"/>
                      <a:pt x="0" y="157735"/>
                    </a:cubicBezTo>
                    <a:lnTo>
                      <a:pt x="0" y="50656"/>
                    </a:lnTo>
                    <a:cubicBezTo>
                      <a:pt x="0" y="22679"/>
                      <a:pt x="22679" y="0"/>
                      <a:pt x="50656" y="0"/>
                    </a:cubicBezTo>
                    <a:close/>
                  </a:path>
                </a:pathLst>
              </a:custGeom>
              <a:solidFill>
                <a:srgbClr val="FEF9DC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88" name="TextBox 11">
                <a:extLst>
                  <a:ext uri="{FF2B5EF4-FFF2-40B4-BE49-F238E27FC236}">
                    <a16:creationId xmlns:a16="http://schemas.microsoft.com/office/drawing/2014/main" id="{B8A15C3F-A601-4B22-B975-3549E136B0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71873" cy="2464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5" name="TextBox 15">
              <a:extLst>
                <a:ext uri="{FF2B5EF4-FFF2-40B4-BE49-F238E27FC236}">
                  <a16:creationId xmlns:a16="http://schemas.microsoft.com/office/drawing/2014/main" id="{5BEEC61B-ECC5-4EDC-AD26-833C49811E5F}"/>
                </a:ext>
              </a:extLst>
            </p:cNvPr>
            <p:cNvSpPr txBox="1"/>
            <p:nvPr/>
          </p:nvSpPr>
          <p:spPr>
            <a:xfrm>
              <a:off x="6439326" y="1717545"/>
              <a:ext cx="921029" cy="4474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Lato Heavy"/>
                  <a:ea typeface="Lato Heavy"/>
                  <a:cs typeface="Lato Heavy"/>
                  <a:sym typeface="Lato Heavy"/>
                </a:rPr>
                <a:t>01</a:t>
              </a:r>
            </a:p>
          </p:txBody>
        </p:sp>
        <p:sp>
          <p:nvSpPr>
            <p:cNvPr id="86" name="TextBox 17">
              <a:extLst>
                <a:ext uri="{FF2B5EF4-FFF2-40B4-BE49-F238E27FC236}">
                  <a16:creationId xmlns:a16="http://schemas.microsoft.com/office/drawing/2014/main" id="{D3DCDC06-B52A-4822-ACA5-32FD8D627A28}"/>
                </a:ext>
              </a:extLst>
            </p:cNvPr>
            <p:cNvSpPr txBox="1"/>
            <p:nvPr/>
          </p:nvSpPr>
          <p:spPr>
            <a:xfrm>
              <a:off x="7617530" y="1718816"/>
              <a:ext cx="4416220" cy="424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ko-KR" altLang="en-US" sz="2500" spc="-50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프로젝트 개요</a:t>
              </a:r>
              <a:endPara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10351" y="457061"/>
            <a:ext cx="4171249" cy="80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프로젝트 개요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73B07AB5-C00D-406F-B149-6635DA730B0B}"/>
              </a:ext>
            </a:extLst>
          </p:cNvPr>
          <p:cNvSpPr/>
          <p:nvPr/>
        </p:nvSpPr>
        <p:spPr>
          <a:xfrm>
            <a:off x="1390650" y="6344436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3C648FCD-0FAE-4BBA-A7B6-D31384AA79C0}"/>
              </a:ext>
            </a:extLst>
          </p:cNvPr>
          <p:cNvSpPr txBox="1"/>
          <p:nvPr/>
        </p:nvSpPr>
        <p:spPr>
          <a:xfrm>
            <a:off x="2286000" y="2888714"/>
            <a:ext cx="13449300" cy="2893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4000" b="1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개발동기</a:t>
            </a:r>
            <a:endParaRPr lang="en-US" altLang="ko-KR" sz="4000" b="1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웹사이트 사용시 사용자가 편리하게 여가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문화 생활을 즐길 수 있도록 공연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연극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뮤지컬 등 원하는 티켓 정보를 카테고리별로 제공하고 예매할 수 있는 프로그램이 있으면 좋겠다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여가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문화 생활속에서 여행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숙소를 고민하는 사용자들에게 항공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숙소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예약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여행 패키지 등 웹사이트에서 여행관련 정보를 함께 제공하고 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AI</a:t>
            </a:r>
            <a:r>
              <a:rPr lang="ko-KR" altLang="en-US" sz="2199" spc="-65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플래너를</a:t>
            </a: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통해 사용자의 여행 계획을 간편하게 만들어 줄 수 있는 프로그램을 만들고 싶다</a:t>
            </a:r>
            <a:r>
              <a:rPr lang="en-US" altLang="ko-KR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  <a:endParaRPr lang="en-US" sz="2199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41AA821-114F-4B12-A776-543E51BC827D}"/>
              </a:ext>
            </a:extLst>
          </p:cNvPr>
          <p:cNvSpPr txBox="1"/>
          <p:nvPr/>
        </p:nvSpPr>
        <p:spPr>
          <a:xfrm>
            <a:off x="2286000" y="6743700"/>
            <a:ext cx="13449300" cy="18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4000" b="1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목적</a:t>
            </a:r>
            <a:endParaRPr lang="en-US" altLang="ko-KR" sz="4000" b="1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장르별 공연 정보 제공</a:t>
            </a:r>
            <a:endParaRPr lang="en-US" altLang="ko-KR" sz="2199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2199" u="none" strike="noStrike" spc="-65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티켓팅</a:t>
            </a:r>
            <a:r>
              <a:rPr lang="ko-KR" altLang="en-US" sz="2199" u="none" strike="noStrike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시스템 구축</a:t>
            </a:r>
            <a:endParaRPr lang="en-US" sz="2199" u="none" strike="noStrike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422725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1524000" y="441578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HISTORY</a:t>
            </a:r>
          </a:p>
        </p:txBody>
      </p:sp>
      <p:graphicFrame>
        <p:nvGraphicFramePr>
          <p:cNvPr id="15" name="표 15">
            <a:extLst>
              <a:ext uri="{FF2B5EF4-FFF2-40B4-BE49-F238E27FC236}">
                <a16:creationId xmlns:a16="http://schemas.microsoft.com/office/drawing/2014/main" id="{8B0F0AC4-6250-4999-B14A-994554CF8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87691"/>
              </p:ext>
            </p:extLst>
          </p:nvPr>
        </p:nvGraphicFramePr>
        <p:xfrm>
          <a:off x="2209800" y="2278924"/>
          <a:ext cx="13639800" cy="5885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3046520148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4256051756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238087240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1045055947"/>
                    </a:ext>
                  </a:extLst>
                </a:gridCol>
              </a:tblGrid>
              <a:tr h="5282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8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Version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8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Writer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8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8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Date</a:t>
                      </a:r>
                      <a:endParaRPr lang="ko-KR" altLang="en-US" sz="28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032092"/>
                  </a:ext>
                </a:extLst>
              </a:tr>
              <a:tr h="63504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Version1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김홍섭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다이어그램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2025-07-10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065014"/>
                  </a:ext>
                </a:extLst>
              </a:tr>
              <a:tr h="4877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임새롬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유스케이스</a:t>
                      </a: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 명세서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439279"/>
                  </a:ext>
                </a:extLst>
              </a:tr>
              <a:tr h="5282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장지원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프로토타입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3262"/>
                  </a:ext>
                </a:extLst>
              </a:tr>
              <a:tr h="52827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Version2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김홍섭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플로우차트</a:t>
                      </a: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2025-07-11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953023"/>
                  </a:ext>
                </a:extLst>
              </a:tr>
              <a:tr h="5282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임새롬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Permission</a:t>
                      </a: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233316"/>
                  </a:ext>
                </a:extLst>
              </a:tr>
              <a:tr h="5282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장지원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프로세스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344458"/>
                  </a:ext>
                </a:extLst>
              </a:tr>
              <a:tr h="52827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Version3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김홍섭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메뉴구조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2025-07-14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60265"/>
                  </a:ext>
                </a:extLst>
              </a:tr>
              <a:tr h="5282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임새롬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스타일가이드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57780"/>
                  </a:ext>
                </a:extLst>
              </a:tr>
              <a:tr h="5282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장지원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POLICY</a:t>
                      </a: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23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1600200" y="459984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프로토타입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939FA-F26B-4D07-933F-919B2FACF66F}"/>
              </a:ext>
            </a:extLst>
          </p:cNvPr>
          <p:cNvSpPr txBox="1"/>
          <p:nvPr/>
        </p:nvSpPr>
        <p:spPr>
          <a:xfrm>
            <a:off x="4267200" y="4381500"/>
            <a:ext cx="105156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윤고딕" panose="020B0600000101010101" charset="-127"/>
                <a:ea typeface="윤고딕" panose="020B0600000101010101" charset="-127"/>
              </a:rPr>
              <a:t>프로토타입 링크</a:t>
            </a:r>
            <a:endParaRPr lang="en-US" altLang="ko-KR" sz="2800" b="1" dirty="0">
              <a:latin typeface="윤고딕" panose="020B0600000101010101" charset="-127"/>
              <a:ea typeface="윤고딕" panose="020B0600000101010101" charset="-127"/>
            </a:endParaRPr>
          </a:p>
          <a:p>
            <a:r>
              <a:rPr lang="en-US" altLang="ko-KR" dirty="0">
                <a:latin typeface="윤고딕" panose="020B0600000101010101" charset="-127"/>
                <a:ea typeface="윤고딕" panose="020B0600000101010101" charset="-127"/>
              </a:rPr>
              <a:t>https://www.figma.com/design/qIIO46dtJ1Gpcxlt9uyngR/%ED%94%84%EB%A1%9C%ED%86%A0%ED%83%80%EC%9E%85_%EC%9D%B8%ED%84%B0%ED%8C%8C%ED%81%AC%EB%A0%88%EC%9D%B4%EC%95%84%EC%9B%83?node-id=0-1&amp;t=jpMqvHUpYgqbDJgR-1</a:t>
            </a:r>
            <a:endParaRPr lang="ko-KR" altLang="en-US" dirty="0">
              <a:latin typeface="윤고딕" panose="020B0600000101010101" charset="-127"/>
              <a:ea typeface="윤고딕" panose="020B0600000101010101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">
            <a:extLst>
              <a:ext uri="{FF2B5EF4-FFF2-40B4-BE49-F238E27FC236}">
                <a16:creationId xmlns:a16="http://schemas.microsoft.com/office/drawing/2014/main" id="{7EF824F7-D577-4652-B283-5169D6101C42}"/>
              </a:ext>
            </a:extLst>
          </p:cNvPr>
          <p:cNvGrpSpPr/>
          <p:nvPr/>
        </p:nvGrpSpPr>
        <p:grpSpPr>
          <a:xfrm>
            <a:off x="418740" y="376016"/>
            <a:ext cx="17450520" cy="9480042"/>
            <a:chOff x="0" y="0"/>
            <a:chExt cx="23267360" cy="12640057"/>
          </a:xfrm>
        </p:grpSpPr>
        <p:grpSp>
          <p:nvGrpSpPr>
            <p:cNvPr id="139" name="Group 3">
              <a:extLst>
                <a:ext uri="{FF2B5EF4-FFF2-40B4-BE49-F238E27FC236}">
                  <a16:creationId xmlns:a16="http://schemas.microsoft.com/office/drawing/2014/main" id="{28FEB722-2671-415D-B7DB-182CC742CF10}"/>
                </a:ext>
              </a:extLst>
            </p:cNvPr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142" name="Freeform 4">
                <a:extLst>
                  <a:ext uri="{FF2B5EF4-FFF2-40B4-BE49-F238E27FC236}">
                    <a16:creationId xmlns:a16="http://schemas.microsoft.com/office/drawing/2014/main" id="{5B58B8CA-F62F-4112-BCC9-2444AF845927}"/>
                  </a:ext>
                </a:extLst>
              </p:cNvPr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3" name="TextBox 5">
                <a:extLst>
                  <a:ext uri="{FF2B5EF4-FFF2-40B4-BE49-F238E27FC236}">
                    <a16:creationId xmlns:a16="http://schemas.microsoft.com/office/drawing/2014/main" id="{0EA9BDFD-E460-4081-A286-7E7E34618A3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0" name="AutoShape 6">
              <a:extLst>
                <a:ext uri="{FF2B5EF4-FFF2-40B4-BE49-F238E27FC236}">
                  <a16:creationId xmlns:a16="http://schemas.microsoft.com/office/drawing/2014/main" id="{227B96CD-3A23-4CE2-B295-6CB6AFC85023}"/>
                </a:ext>
              </a:extLst>
            </p:cNvPr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1" name="Freeform 7">
              <a:extLst>
                <a:ext uri="{FF2B5EF4-FFF2-40B4-BE49-F238E27FC236}">
                  <a16:creationId xmlns:a16="http://schemas.microsoft.com/office/drawing/2014/main" id="{B5A733DE-6198-4BA9-A595-27AFF47C7E03}"/>
                </a:ext>
              </a:extLst>
            </p:cNvPr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1744911" y="443323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메뉴구조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3716EC90-9D4E-4625-A1AF-3302B06FFADA}"/>
              </a:ext>
            </a:extLst>
          </p:cNvPr>
          <p:cNvSpPr txBox="1"/>
          <p:nvPr/>
        </p:nvSpPr>
        <p:spPr>
          <a:xfrm>
            <a:off x="2595576" y="3911176"/>
            <a:ext cx="4287785" cy="82796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CC8B648-9267-4885-9CF7-99E2246EC4F5}"/>
              </a:ext>
            </a:extLst>
          </p:cNvPr>
          <p:cNvGrpSpPr/>
          <p:nvPr/>
        </p:nvGrpSpPr>
        <p:grpSpPr>
          <a:xfrm>
            <a:off x="4383007" y="4455205"/>
            <a:ext cx="2034859" cy="665899"/>
            <a:chOff x="5835073" y="3720831"/>
            <a:chExt cx="2034859" cy="665899"/>
          </a:xfrm>
        </p:grpSpPr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3ACD7DA-1705-44DB-9775-C4DA7C292C52}"/>
                </a:ext>
              </a:extLst>
            </p:cNvPr>
            <p:cNvSpPr/>
            <p:nvPr/>
          </p:nvSpPr>
          <p:spPr>
            <a:xfrm>
              <a:off x="5835073" y="3720831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32">
              <a:extLst>
                <a:ext uri="{FF2B5EF4-FFF2-40B4-BE49-F238E27FC236}">
                  <a16:creationId xmlns:a16="http://schemas.microsoft.com/office/drawing/2014/main" id="{C785BBD9-5248-45B7-9A23-DF17A889B9C9}"/>
                </a:ext>
              </a:extLst>
            </p:cNvPr>
            <p:cNvSpPr txBox="1"/>
            <p:nvPr/>
          </p:nvSpPr>
          <p:spPr>
            <a:xfrm>
              <a:off x="6155382" y="3819275"/>
              <a:ext cx="1443300" cy="415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투어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B1E23CA-8DFA-443C-9181-CDD02858E633}"/>
              </a:ext>
            </a:extLst>
          </p:cNvPr>
          <p:cNvGrpSpPr/>
          <p:nvPr/>
        </p:nvGrpSpPr>
        <p:grpSpPr>
          <a:xfrm>
            <a:off x="6535665" y="2263956"/>
            <a:ext cx="4845665" cy="929388"/>
            <a:chOff x="7676349" y="3678582"/>
            <a:chExt cx="2034859" cy="929388"/>
          </a:xfrm>
        </p:grpSpPr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DECD380C-6B70-44F2-B4B3-FEFD0AFA3CF5}"/>
                </a:ext>
              </a:extLst>
            </p:cNvPr>
            <p:cNvSpPr/>
            <p:nvPr/>
          </p:nvSpPr>
          <p:spPr>
            <a:xfrm>
              <a:off x="7676349" y="3678582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33">
              <a:extLst>
                <a:ext uri="{FF2B5EF4-FFF2-40B4-BE49-F238E27FC236}">
                  <a16:creationId xmlns:a16="http://schemas.microsoft.com/office/drawing/2014/main" id="{37B59E58-0D45-4536-BACC-6E8F9A908063}"/>
                </a:ext>
              </a:extLst>
            </p:cNvPr>
            <p:cNvSpPr txBox="1"/>
            <p:nvPr/>
          </p:nvSpPr>
          <p:spPr>
            <a:xfrm>
              <a:off x="7775758" y="3761007"/>
              <a:ext cx="1872276" cy="8469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NOL </a:t>
              </a:r>
              <a:r>
                <a:rPr lang="en-US" sz="2400" spc="-48" dirty="0" err="1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outerpark</a:t>
              </a:r>
              <a:r>
                <a:rPr 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 site</a:t>
              </a:r>
            </a:p>
            <a:p>
              <a:pPr algn="ctr">
                <a:lnSpc>
                  <a:spcPts val="3360"/>
                </a:lnSpc>
              </a:pP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CF542D8A-EE4F-4E63-A61D-EACBEBDF8DFA}"/>
              </a:ext>
            </a:extLst>
          </p:cNvPr>
          <p:cNvGrpSpPr/>
          <p:nvPr/>
        </p:nvGrpSpPr>
        <p:grpSpPr>
          <a:xfrm>
            <a:off x="11104056" y="4434442"/>
            <a:ext cx="2053909" cy="665899"/>
            <a:chOff x="10797266" y="3693969"/>
            <a:chExt cx="2053909" cy="665899"/>
          </a:xfrm>
        </p:grpSpPr>
        <p:sp>
          <p:nvSpPr>
            <p:cNvPr id="81" name="Freeform 23">
              <a:extLst>
                <a:ext uri="{FF2B5EF4-FFF2-40B4-BE49-F238E27FC236}">
                  <a16:creationId xmlns:a16="http://schemas.microsoft.com/office/drawing/2014/main" id="{B87050BB-85ED-44B5-B13E-C8B355367835}"/>
                </a:ext>
              </a:extLst>
            </p:cNvPr>
            <p:cNvSpPr/>
            <p:nvPr/>
          </p:nvSpPr>
          <p:spPr>
            <a:xfrm>
              <a:off x="10797266" y="3693969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TextBox 33">
              <a:extLst>
                <a:ext uri="{FF2B5EF4-FFF2-40B4-BE49-F238E27FC236}">
                  <a16:creationId xmlns:a16="http://schemas.microsoft.com/office/drawing/2014/main" id="{64FA334C-BF2E-4FDB-81CC-ECFA9DFE5CB2}"/>
                </a:ext>
              </a:extLst>
            </p:cNvPr>
            <p:cNvSpPr txBox="1"/>
            <p:nvPr/>
          </p:nvSpPr>
          <p:spPr>
            <a:xfrm>
              <a:off x="10816316" y="3797807"/>
              <a:ext cx="2034859" cy="410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내 예약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5F81054D-5270-4E2E-90A4-905B47110672}"/>
              </a:ext>
            </a:extLst>
          </p:cNvPr>
          <p:cNvGrpSpPr/>
          <p:nvPr/>
        </p:nvGrpSpPr>
        <p:grpSpPr>
          <a:xfrm>
            <a:off x="7978431" y="4434442"/>
            <a:ext cx="2034859" cy="665899"/>
            <a:chOff x="8222494" y="4638768"/>
            <a:chExt cx="2034859" cy="665899"/>
          </a:xfrm>
        </p:grpSpPr>
        <p:sp>
          <p:nvSpPr>
            <p:cNvPr id="97" name="Freeform 23">
              <a:extLst>
                <a:ext uri="{FF2B5EF4-FFF2-40B4-BE49-F238E27FC236}">
                  <a16:creationId xmlns:a16="http://schemas.microsoft.com/office/drawing/2014/main" id="{68C14281-5524-43AF-B3CE-6990F3919241}"/>
                </a:ext>
              </a:extLst>
            </p:cNvPr>
            <p:cNvSpPr/>
            <p:nvPr/>
          </p:nvSpPr>
          <p:spPr>
            <a:xfrm>
              <a:off x="8222494" y="4638768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Box 31">
              <a:extLst>
                <a:ext uri="{FF2B5EF4-FFF2-40B4-BE49-F238E27FC236}">
                  <a16:creationId xmlns:a16="http://schemas.microsoft.com/office/drawing/2014/main" id="{E0C96AE7-E693-4281-BB45-B3632362FE30}"/>
                </a:ext>
              </a:extLst>
            </p:cNvPr>
            <p:cNvSpPr txBox="1"/>
            <p:nvPr/>
          </p:nvSpPr>
          <p:spPr>
            <a:xfrm>
              <a:off x="8524944" y="4730045"/>
              <a:ext cx="1429958" cy="410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티켓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9070CD25-00BD-42FD-970C-436772609473}"/>
              </a:ext>
            </a:extLst>
          </p:cNvPr>
          <p:cNvGrpSpPr/>
          <p:nvPr/>
        </p:nvGrpSpPr>
        <p:grpSpPr>
          <a:xfrm>
            <a:off x="7995919" y="5253056"/>
            <a:ext cx="2059871" cy="4045427"/>
            <a:chOff x="7793696" y="5488977"/>
            <a:chExt cx="2059871" cy="4045427"/>
          </a:xfrm>
        </p:grpSpPr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BAC4D4CE-F286-4A7A-A298-51E410C854CE}"/>
                </a:ext>
              </a:extLst>
            </p:cNvPr>
            <p:cNvSpPr/>
            <p:nvPr/>
          </p:nvSpPr>
          <p:spPr>
            <a:xfrm>
              <a:off x="7793959" y="548897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1" name="TextBox 19">
              <a:extLst>
                <a:ext uri="{FF2B5EF4-FFF2-40B4-BE49-F238E27FC236}">
                  <a16:creationId xmlns:a16="http://schemas.microsoft.com/office/drawing/2014/main" id="{BC379478-20F5-4724-8FA8-A116E43252D3}"/>
                </a:ext>
              </a:extLst>
            </p:cNvPr>
            <p:cNvSpPr txBox="1"/>
            <p:nvPr/>
          </p:nvSpPr>
          <p:spPr>
            <a:xfrm>
              <a:off x="7991845" y="557925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뮤지컬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02" name="Freeform 23">
              <a:extLst>
                <a:ext uri="{FF2B5EF4-FFF2-40B4-BE49-F238E27FC236}">
                  <a16:creationId xmlns:a16="http://schemas.microsoft.com/office/drawing/2014/main" id="{D4BDBF3B-845B-44B4-90CB-E5A60BBC0702}"/>
                </a:ext>
              </a:extLst>
            </p:cNvPr>
            <p:cNvSpPr/>
            <p:nvPr/>
          </p:nvSpPr>
          <p:spPr>
            <a:xfrm>
              <a:off x="7793696" y="6189735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TextBox 19">
              <a:extLst>
                <a:ext uri="{FF2B5EF4-FFF2-40B4-BE49-F238E27FC236}">
                  <a16:creationId xmlns:a16="http://schemas.microsoft.com/office/drawing/2014/main" id="{24E26CC7-6D3C-4C78-A14F-1A6EC0B0DAD3}"/>
                </a:ext>
              </a:extLst>
            </p:cNvPr>
            <p:cNvSpPr txBox="1"/>
            <p:nvPr/>
          </p:nvSpPr>
          <p:spPr>
            <a:xfrm>
              <a:off x="8012398" y="6282808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콘서트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04" name="Freeform 23">
              <a:extLst>
                <a:ext uri="{FF2B5EF4-FFF2-40B4-BE49-F238E27FC236}">
                  <a16:creationId xmlns:a16="http://schemas.microsoft.com/office/drawing/2014/main" id="{7660D91D-606B-476C-BA8B-AB95DD81C7DA}"/>
                </a:ext>
              </a:extLst>
            </p:cNvPr>
            <p:cNvSpPr/>
            <p:nvPr/>
          </p:nvSpPr>
          <p:spPr>
            <a:xfrm>
              <a:off x="7793696" y="6890493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5" name="TextBox 19">
              <a:extLst>
                <a:ext uri="{FF2B5EF4-FFF2-40B4-BE49-F238E27FC236}">
                  <a16:creationId xmlns:a16="http://schemas.microsoft.com/office/drawing/2014/main" id="{A882B3AA-B4F8-4912-BB83-113576BCA81F}"/>
                </a:ext>
              </a:extLst>
            </p:cNvPr>
            <p:cNvSpPr txBox="1"/>
            <p:nvPr/>
          </p:nvSpPr>
          <p:spPr>
            <a:xfrm>
              <a:off x="8049089" y="6986364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전시</a:t>
              </a:r>
              <a:r>
                <a:rPr lang="en-US" altLang="ko-KR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/</a:t>
              </a: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행사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06" name="Freeform 23">
              <a:extLst>
                <a:ext uri="{FF2B5EF4-FFF2-40B4-BE49-F238E27FC236}">
                  <a16:creationId xmlns:a16="http://schemas.microsoft.com/office/drawing/2014/main" id="{C7126D92-FDF2-4891-9650-F3C2C81AC2A9}"/>
                </a:ext>
              </a:extLst>
            </p:cNvPr>
            <p:cNvSpPr/>
            <p:nvPr/>
          </p:nvSpPr>
          <p:spPr>
            <a:xfrm>
              <a:off x="7793696" y="7591251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TextBox 19">
              <a:extLst>
                <a:ext uri="{FF2B5EF4-FFF2-40B4-BE49-F238E27FC236}">
                  <a16:creationId xmlns:a16="http://schemas.microsoft.com/office/drawing/2014/main" id="{A58286C4-F60F-44D5-B42E-F614A664456C}"/>
                </a:ext>
              </a:extLst>
            </p:cNvPr>
            <p:cNvSpPr txBox="1"/>
            <p:nvPr/>
          </p:nvSpPr>
          <p:spPr>
            <a:xfrm>
              <a:off x="8058106" y="7689920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스포츠</a:t>
              </a:r>
              <a:r>
                <a:rPr lang="en-US" altLang="ko-KR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08" name="Freeform 23">
              <a:extLst>
                <a:ext uri="{FF2B5EF4-FFF2-40B4-BE49-F238E27FC236}">
                  <a16:creationId xmlns:a16="http://schemas.microsoft.com/office/drawing/2014/main" id="{699DAB1A-C04F-4541-A683-2D775CEE41BE}"/>
                </a:ext>
              </a:extLst>
            </p:cNvPr>
            <p:cNvSpPr/>
            <p:nvPr/>
          </p:nvSpPr>
          <p:spPr>
            <a:xfrm>
              <a:off x="7818708" y="8292009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TextBox 19">
              <a:extLst>
                <a:ext uri="{FF2B5EF4-FFF2-40B4-BE49-F238E27FC236}">
                  <a16:creationId xmlns:a16="http://schemas.microsoft.com/office/drawing/2014/main" id="{61BBEA5C-C2DC-4AA6-B69A-38E894167837}"/>
                </a:ext>
              </a:extLst>
            </p:cNvPr>
            <p:cNvSpPr txBox="1"/>
            <p:nvPr/>
          </p:nvSpPr>
          <p:spPr>
            <a:xfrm>
              <a:off x="8100605" y="8393476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클래식</a:t>
              </a:r>
              <a:r>
                <a:rPr lang="en-US" altLang="ko-KR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/</a:t>
              </a: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무용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10" name="Freeform 23">
              <a:extLst>
                <a:ext uri="{FF2B5EF4-FFF2-40B4-BE49-F238E27FC236}">
                  <a16:creationId xmlns:a16="http://schemas.microsoft.com/office/drawing/2014/main" id="{5FE3804D-00F9-4453-8BC2-4535EA2DB5F5}"/>
                </a:ext>
              </a:extLst>
            </p:cNvPr>
            <p:cNvSpPr/>
            <p:nvPr/>
          </p:nvSpPr>
          <p:spPr>
            <a:xfrm>
              <a:off x="7818708" y="899276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TextBox 19">
              <a:extLst>
                <a:ext uri="{FF2B5EF4-FFF2-40B4-BE49-F238E27FC236}">
                  <a16:creationId xmlns:a16="http://schemas.microsoft.com/office/drawing/2014/main" id="{D6BB631A-2034-4F5C-922A-265742AAE720}"/>
                </a:ext>
              </a:extLst>
            </p:cNvPr>
            <p:cNvSpPr txBox="1"/>
            <p:nvPr/>
          </p:nvSpPr>
          <p:spPr>
            <a:xfrm>
              <a:off x="8100605" y="909703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연극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23F6513F-7AEC-4FE3-BAC5-1DB55A443D50}"/>
              </a:ext>
            </a:extLst>
          </p:cNvPr>
          <p:cNvGrpSpPr/>
          <p:nvPr/>
        </p:nvGrpSpPr>
        <p:grpSpPr>
          <a:xfrm>
            <a:off x="11143426" y="5204179"/>
            <a:ext cx="2034859" cy="1264415"/>
            <a:chOff x="11865917" y="5420006"/>
            <a:chExt cx="2034859" cy="1264415"/>
          </a:xfrm>
        </p:grpSpPr>
        <p:sp>
          <p:nvSpPr>
            <p:cNvPr id="113" name="Freeform 23">
              <a:extLst>
                <a:ext uri="{FF2B5EF4-FFF2-40B4-BE49-F238E27FC236}">
                  <a16:creationId xmlns:a16="http://schemas.microsoft.com/office/drawing/2014/main" id="{80D9CF7B-61FE-45EB-8E08-C8CBC5D15A48}"/>
                </a:ext>
              </a:extLst>
            </p:cNvPr>
            <p:cNvSpPr/>
            <p:nvPr/>
          </p:nvSpPr>
          <p:spPr>
            <a:xfrm>
              <a:off x="11865917" y="5420006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4" name="TextBox 20">
              <a:extLst>
                <a:ext uri="{FF2B5EF4-FFF2-40B4-BE49-F238E27FC236}">
                  <a16:creationId xmlns:a16="http://schemas.microsoft.com/office/drawing/2014/main" id="{362813AC-092C-4E25-964E-662D987E06DE}"/>
                </a:ext>
              </a:extLst>
            </p:cNvPr>
            <p:cNvSpPr txBox="1"/>
            <p:nvPr/>
          </p:nvSpPr>
          <p:spPr>
            <a:xfrm>
              <a:off x="12121346" y="5479108"/>
              <a:ext cx="1524000" cy="3375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투어예약</a:t>
              </a:r>
              <a:endParaRPr lang="en-US" altLang="ko-KR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15" name="Freeform 23">
              <a:extLst>
                <a:ext uri="{FF2B5EF4-FFF2-40B4-BE49-F238E27FC236}">
                  <a16:creationId xmlns:a16="http://schemas.microsoft.com/office/drawing/2014/main" id="{06B2E2E3-3C59-4223-A7C9-157969516B04}"/>
                </a:ext>
              </a:extLst>
            </p:cNvPr>
            <p:cNvSpPr/>
            <p:nvPr/>
          </p:nvSpPr>
          <p:spPr>
            <a:xfrm>
              <a:off x="11865917" y="6142784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TextBox 20">
              <a:extLst>
                <a:ext uri="{FF2B5EF4-FFF2-40B4-BE49-F238E27FC236}">
                  <a16:creationId xmlns:a16="http://schemas.microsoft.com/office/drawing/2014/main" id="{4BB36B67-65FB-415B-A2BC-DD325ECC72F0}"/>
                </a:ext>
              </a:extLst>
            </p:cNvPr>
            <p:cNvSpPr txBox="1"/>
            <p:nvPr/>
          </p:nvSpPr>
          <p:spPr>
            <a:xfrm>
              <a:off x="12045146" y="6204359"/>
              <a:ext cx="1676400" cy="3374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티켓 예약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39A6446-9917-4589-BC72-61BD0B95F5F8}"/>
              </a:ext>
            </a:extLst>
          </p:cNvPr>
          <p:cNvGrpSpPr/>
          <p:nvPr/>
        </p:nvGrpSpPr>
        <p:grpSpPr>
          <a:xfrm>
            <a:off x="12384732" y="3065851"/>
            <a:ext cx="2034859" cy="665899"/>
            <a:chOff x="8239774" y="3736851"/>
            <a:chExt cx="2034859" cy="665899"/>
          </a:xfrm>
        </p:grpSpPr>
        <p:sp>
          <p:nvSpPr>
            <p:cNvPr id="118" name="Freeform 23">
              <a:extLst>
                <a:ext uri="{FF2B5EF4-FFF2-40B4-BE49-F238E27FC236}">
                  <a16:creationId xmlns:a16="http://schemas.microsoft.com/office/drawing/2014/main" id="{BA8B76FE-9941-48C2-9BDD-8B57E947E512}"/>
                </a:ext>
              </a:extLst>
            </p:cNvPr>
            <p:cNvSpPr/>
            <p:nvPr/>
          </p:nvSpPr>
          <p:spPr>
            <a:xfrm>
              <a:off x="8239774" y="3736851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TextBox 33">
              <a:extLst>
                <a:ext uri="{FF2B5EF4-FFF2-40B4-BE49-F238E27FC236}">
                  <a16:creationId xmlns:a16="http://schemas.microsoft.com/office/drawing/2014/main" id="{EB574E98-1EB0-40F8-A880-36F41F121DF2}"/>
                </a:ext>
              </a:extLst>
            </p:cNvPr>
            <p:cNvSpPr txBox="1"/>
            <p:nvPr/>
          </p:nvSpPr>
          <p:spPr>
            <a:xfrm>
              <a:off x="8339184" y="3819276"/>
              <a:ext cx="1872276" cy="415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로그인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D21B094C-96DB-488C-ACCC-0660C7E6F14E}"/>
              </a:ext>
            </a:extLst>
          </p:cNvPr>
          <p:cNvGrpSpPr/>
          <p:nvPr/>
        </p:nvGrpSpPr>
        <p:grpSpPr>
          <a:xfrm>
            <a:off x="4406995" y="5253056"/>
            <a:ext cx="2059871" cy="4045427"/>
            <a:chOff x="7793696" y="5488977"/>
            <a:chExt cx="2059871" cy="4045427"/>
          </a:xfrm>
        </p:grpSpPr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6E94ACF4-B150-4252-9555-693806CB280F}"/>
                </a:ext>
              </a:extLst>
            </p:cNvPr>
            <p:cNvSpPr/>
            <p:nvPr/>
          </p:nvSpPr>
          <p:spPr>
            <a:xfrm>
              <a:off x="7793959" y="548897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2" name="TextBox 19">
              <a:extLst>
                <a:ext uri="{FF2B5EF4-FFF2-40B4-BE49-F238E27FC236}">
                  <a16:creationId xmlns:a16="http://schemas.microsoft.com/office/drawing/2014/main" id="{40F77E51-E240-4DB0-AFC7-44950685EC3A}"/>
                </a:ext>
              </a:extLst>
            </p:cNvPr>
            <p:cNvSpPr txBox="1"/>
            <p:nvPr/>
          </p:nvSpPr>
          <p:spPr>
            <a:xfrm>
              <a:off x="7991845" y="557925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항공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23" name="Freeform 23">
              <a:extLst>
                <a:ext uri="{FF2B5EF4-FFF2-40B4-BE49-F238E27FC236}">
                  <a16:creationId xmlns:a16="http://schemas.microsoft.com/office/drawing/2014/main" id="{52209E94-5EA6-4CF4-AA59-CFB41EBE8AB8}"/>
                </a:ext>
              </a:extLst>
            </p:cNvPr>
            <p:cNvSpPr/>
            <p:nvPr/>
          </p:nvSpPr>
          <p:spPr>
            <a:xfrm>
              <a:off x="7793696" y="6189735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" name="TextBox 19">
              <a:extLst>
                <a:ext uri="{FF2B5EF4-FFF2-40B4-BE49-F238E27FC236}">
                  <a16:creationId xmlns:a16="http://schemas.microsoft.com/office/drawing/2014/main" id="{0ABD570F-A6AF-4089-ABA8-EF10796B0BDA}"/>
                </a:ext>
              </a:extLst>
            </p:cNvPr>
            <p:cNvSpPr txBox="1"/>
            <p:nvPr/>
          </p:nvSpPr>
          <p:spPr>
            <a:xfrm>
              <a:off x="8012398" y="6282808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숙소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25" name="Freeform 23">
              <a:extLst>
                <a:ext uri="{FF2B5EF4-FFF2-40B4-BE49-F238E27FC236}">
                  <a16:creationId xmlns:a16="http://schemas.microsoft.com/office/drawing/2014/main" id="{CECFCF6F-7953-4F73-8090-BA5257B54CB9}"/>
                </a:ext>
              </a:extLst>
            </p:cNvPr>
            <p:cNvSpPr/>
            <p:nvPr/>
          </p:nvSpPr>
          <p:spPr>
            <a:xfrm>
              <a:off x="7793696" y="6890493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6" name="TextBox 19">
              <a:extLst>
                <a:ext uri="{FF2B5EF4-FFF2-40B4-BE49-F238E27FC236}">
                  <a16:creationId xmlns:a16="http://schemas.microsoft.com/office/drawing/2014/main" id="{2F29954B-97BB-4B08-A36B-6520DFD9963E}"/>
                </a:ext>
              </a:extLst>
            </p:cNvPr>
            <p:cNvSpPr txBox="1"/>
            <p:nvPr/>
          </p:nvSpPr>
          <p:spPr>
            <a:xfrm>
              <a:off x="8049089" y="6986364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국내 패키지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27" name="Freeform 23">
              <a:extLst>
                <a:ext uri="{FF2B5EF4-FFF2-40B4-BE49-F238E27FC236}">
                  <a16:creationId xmlns:a16="http://schemas.microsoft.com/office/drawing/2014/main" id="{3C44CB9D-1904-4125-BA05-5A9AEC26B6AA}"/>
                </a:ext>
              </a:extLst>
            </p:cNvPr>
            <p:cNvSpPr/>
            <p:nvPr/>
          </p:nvSpPr>
          <p:spPr>
            <a:xfrm>
              <a:off x="7793696" y="7591251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8" name="TextBox 19">
              <a:extLst>
                <a:ext uri="{FF2B5EF4-FFF2-40B4-BE49-F238E27FC236}">
                  <a16:creationId xmlns:a16="http://schemas.microsoft.com/office/drawing/2014/main" id="{5FFE9BE4-24A0-4A5D-BCDD-801D9D004C55}"/>
                </a:ext>
              </a:extLst>
            </p:cNvPr>
            <p:cNvSpPr txBox="1"/>
            <p:nvPr/>
          </p:nvSpPr>
          <p:spPr>
            <a:xfrm>
              <a:off x="8058106" y="7689920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해외 패키지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29" name="Freeform 23">
              <a:extLst>
                <a:ext uri="{FF2B5EF4-FFF2-40B4-BE49-F238E27FC236}">
                  <a16:creationId xmlns:a16="http://schemas.microsoft.com/office/drawing/2014/main" id="{043379FF-CB23-4DB7-A36D-61199770F17A}"/>
                </a:ext>
              </a:extLst>
            </p:cNvPr>
            <p:cNvSpPr/>
            <p:nvPr/>
          </p:nvSpPr>
          <p:spPr>
            <a:xfrm>
              <a:off x="7818708" y="8292009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0" name="TextBox 19">
              <a:extLst>
                <a:ext uri="{FF2B5EF4-FFF2-40B4-BE49-F238E27FC236}">
                  <a16:creationId xmlns:a16="http://schemas.microsoft.com/office/drawing/2014/main" id="{07577303-D268-484B-A1DD-31F3221BAD71}"/>
                </a:ext>
              </a:extLst>
            </p:cNvPr>
            <p:cNvSpPr txBox="1"/>
            <p:nvPr/>
          </p:nvSpPr>
          <p:spPr>
            <a:xfrm>
              <a:off x="8100605" y="8393476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AI </a:t>
              </a:r>
              <a:r>
                <a:rPr lang="ko-KR" altLang="en-US" spc="-54" dirty="0" err="1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플래너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31" name="Freeform 23">
              <a:extLst>
                <a:ext uri="{FF2B5EF4-FFF2-40B4-BE49-F238E27FC236}">
                  <a16:creationId xmlns:a16="http://schemas.microsoft.com/office/drawing/2014/main" id="{BB82CE85-915A-4234-BC39-E2777335A687}"/>
                </a:ext>
              </a:extLst>
            </p:cNvPr>
            <p:cNvSpPr/>
            <p:nvPr/>
          </p:nvSpPr>
          <p:spPr>
            <a:xfrm>
              <a:off x="7818708" y="899276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" name="TextBox 19">
              <a:extLst>
                <a:ext uri="{FF2B5EF4-FFF2-40B4-BE49-F238E27FC236}">
                  <a16:creationId xmlns:a16="http://schemas.microsoft.com/office/drawing/2014/main" id="{AD0931EF-FB38-4FA5-9DA4-42D53EF086A5}"/>
                </a:ext>
              </a:extLst>
            </p:cNvPr>
            <p:cNvSpPr txBox="1"/>
            <p:nvPr/>
          </p:nvSpPr>
          <p:spPr>
            <a:xfrm>
              <a:off x="8100605" y="909703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여행 특가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7190811-A7E2-4491-9FEC-FA023E83EB52}"/>
              </a:ext>
            </a:extLst>
          </p:cNvPr>
          <p:cNvSpPr/>
          <p:nvPr/>
        </p:nvSpPr>
        <p:spPr>
          <a:xfrm>
            <a:off x="8978781" y="2934765"/>
            <a:ext cx="45719" cy="97896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6A42C64-E1EE-4842-A772-0B93DDC994EF}"/>
              </a:ext>
            </a:extLst>
          </p:cNvPr>
          <p:cNvSpPr/>
          <p:nvPr/>
        </p:nvSpPr>
        <p:spPr>
          <a:xfrm flipH="1">
            <a:off x="9024500" y="3443884"/>
            <a:ext cx="3353316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D7C8EAC-C68D-4D3A-999E-2041492A54CE}"/>
              </a:ext>
            </a:extLst>
          </p:cNvPr>
          <p:cNvSpPr/>
          <p:nvPr/>
        </p:nvSpPr>
        <p:spPr>
          <a:xfrm flipH="1">
            <a:off x="5321227" y="3915161"/>
            <a:ext cx="678501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C13E12F-0D02-484F-8186-C475F3E6A950}"/>
              </a:ext>
            </a:extLst>
          </p:cNvPr>
          <p:cNvSpPr/>
          <p:nvPr/>
        </p:nvSpPr>
        <p:spPr>
          <a:xfrm>
            <a:off x="12085292" y="3951647"/>
            <a:ext cx="45719" cy="4779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651D5CA-4179-418D-96B1-3161161A1666}"/>
              </a:ext>
            </a:extLst>
          </p:cNvPr>
          <p:cNvSpPr/>
          <p:nvPr/>
        </p:nvSpPr>
        <p:spPr>
          <a:xfrm>
            <a:off x="5321229" y="3977274"/>
            <a:ext cx="45719" cy="4779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-1066800" y="447058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스크린 리스트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8D7D2E04-56E8-4EF1-8DFA-015D6E92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233161"/>
              </p:ext>
            </p:extLst>
          </p:nvPr>
        </p:nvGraphicFramePr>
        <p:xfrm>
          <a:off x="1629634" y="1702149"/>
          <a:ext cx="15027531" cy="780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628">
                  <a:extLst>
                    <a:ext uri="{9D8B030D-6E8A-4147-A177-3AD203B41FA5}">
                      <a16:colId xmlns:a16="http://schemas.microsoft.com/office/drawing/2014/main" val="1245513733"/>
                    </a:ext>
                  </a:extLst>
                </a:gridCol>
                <a:gridCol w="1538538">
                  <a:extLst>
                    <a:ext uri="{9D8B030D-6E8A-4147-A177-3AD203B41FA5}">
                      <a16:colId xmlns:a16="http://schemas.microsoft.com/office/drawing/2014/main" val="3027568578"/>
                    </a:ext>
                  </a:extLst>
                </a:gridCol>
                <a:gridCol w="2689546">
                  <a:extLst>
                    <a:ext uri="{9D8B030D-6E8A-4147-A177-3AD203B41FA5}">
                      <a16:colId xmlns:a16="http://schemas.microsoft.com/office/drawing/2014/main" val="3849965570"/>
                    </a:ext>
                  </a:extLst>
                </a:gridCol>
                <a:gridCol w="2063102">
                  <a:extLst>
                    <a:ext uri="{9D8B030D-6E8A-4147-A177-3AD203B41FA5}">
                      <a16:colId xmlns:a16="http://schemas.microsoft.com/office/drawing/2014/main" val="2872353811"/>
                    </a:ext>
                  </a:extLst>
                </a:gridCol>
                <a:gridCol w="2521569">
                  <a:extLst>
                    <a:ext uri="{9D8B030D-6E8A-4147-A177-3AD203B41FA5}">
                      <a16:colId xmlns:a16="http://schemas.microsoft.com/office/drawing/2014/main" val="3097807995"/>
                    </a:ext>
                  </a:extLst>
                </a:gridCol>
                <a:gridCol w="3744148">
                  <a:extLst>
                    <a:ext uri="{9D8B030D-6E8A-4147-A177-3AD203B41FA5}">
                      <a16:colId xmlns:a16="http://schemas.microsoft.com/office/drawing/2014/main" val="399362741"/>
                    </a:ext>
                  </a:extLst>
                </a:gridCol>
              </a:tblGrid>
              <a:tr h="509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대메뉴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중메뉴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소메뉴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ScreenID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Page title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817879"/>
                  </a:ext>
                </a:extLst>
              </a:tr>
              <a:tr h="509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UI-M-1011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57707"/>
                  </a:ext>
                </a:extLst>
              </a:tr>
              <a:tr h="5096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UI-A-1011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로그인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961445"/>
                  </a:ext>
                </a:extLst>
              </a:tr>
              <a:tr h="59392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페이지 조회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200869"/>
                  </a:ext>
                </a:extLst>
              </a:tr>
              <a:tr h="593925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메인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만드릭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뮤지컬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뮤지컬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예매가능한 뮤지컬 조회 및 결제가능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562288"/>
                  </a:ext>
                </a:extLst>
              </a:tr>
              <a:tr h="5939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콘서트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콘서트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예매가능한 콘서트 조회 및 결제가능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985275"/>
                  </a:ext>
                </a:extLst>
              </a:tr>
              <a:tr h="5939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예매가능한 연극 조회 및 결제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664681"/>
                  </a:ext>
                </a:extLst>
              </a:tr>
              <a:tr h="50962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 페이지 조회 가능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06094"/>
                  </a:ext>
                </a:extLst>
              </a:tr>
              <a:tr h="509625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항공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항공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 가능한 항공편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815282"/>
                  </a:ext>
                </a:extLst>
              </a:tr>
              <a:tr h="5096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숙소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숙소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 가능한 숙소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051178"/>
                  </a:ext>
                </a:extLst>
              </a:tr>
              <a:tr h="5939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국내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국내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 가능한 국내 패키지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13612"/>
                  </a:ext>
                </a:extLst>
              </a:tr>
              <a:tr h="5939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해외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해외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 가능한 해외 패키지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68250"/>
                  </a:ext>
                </a:extLst>
              </a:tr>
              <a:tr h="59392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UI-D-1011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 예약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예약된 투어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405951"/>
                  </a:ext>
                </a:extLst>
              </a:tr>
              <a:tr h="5939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UI-D-1012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 예약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예약된 티켓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31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32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-1295400" y="461073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PROCESS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941415-CC34-459B-90DD-166FB8A4A4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87"/>
          <a:stretch/>
        </p:blipFill>
        <p:spPr>
          <a:xfrm>
            <a:off x="1295400" y="3045299"/>
            <a:ext cx="9791700" cy="44051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070D0AC-70B5-41B9-93B2-E1B3D71602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21"/>
          <a:stretch/>
        </p:blipFill>
        <p:spPr>
          <a:xfrm>
            <a:off x="7485949" y="3259736"/>
            <a:ext cx="9791700" cy="397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-762000" y="426141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FLOW CHART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F2CEA11-D078-4407-937E-B9A0C4B88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19787"/>
            <a:ext cx="8267700" cy="785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98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6176" y="403479"/>
            <a:ext cx="17555648" cy="9480042"/>
            <a:chOff x="0" y="-1"/>
            <a:chExt cx="2340753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83736" y="-5383737"/>
              <a:ext cx="12640057" cy="23407530"/>
              <a:chOff x="0" y="-28575"/>
              <a:chExt cx="2547656" cy="471804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85800" y="414605"/>
            <a:ext cx="5365250" cy="776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PERMISSION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58A2AD5B-8FFC-4D51-AA85-3274B6A10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0972"/>
              </p:ext>
            </p:extLst>
          </p:nvPr>
        </p:nvGraphicFramePr>
        <p:xfrm>
          <a:off x="2053648" y="2476389"/>
          <a:ext cx="14180704" cy="581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588">
                  <a:extLst>
                    <a:ext uri="{9D8B030D-6E8A-4147-A177-3AD203B41FA5}">
                      <a16:colId xmlns:a16="http://schemas.microsoft.com/office/drawing/2014/main" val="311528277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202073478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370143440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269837392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4146738505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3127119062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3206729508"/>
                    </a:ext>
                  </a:extLst>
                </a:gridCol>
                <a:gridCol w="1772588">
                  <a:extLst>
                    <a:ext uri="{9D8B030D-6E8A-4147-A177-3AD203B41FA5}">
                      <a16:colId xmlns:a16="http://schemas.microsoft.com/office/drawing/2014/main" val="2687791729"/>
                    </a:ext>
                  </a:extLst>
                </a:gridCol>
              </a:tblGrid>
              <a:tr h="7724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대분류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중분류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사용자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쓰기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579345"/>
                  </a:ext>
                </a:extLst>
              </a:tr>
              <a:tr h="77244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뮤지컬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콘서트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스포츠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전시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행사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클래식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무용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32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16187"/>
                  </a:ext>
                </a:extLst>
              </a:tr>
              <a:tr h="772447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비회원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48495"/>
                  </a:ext>
                </a:extLst>
              </a:tr>
              <a:tr h="772447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관리자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666267"/>
                  </a:ext>
                </a:extLst>
              </a:tr>
              <a:tr h="77244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투어예약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32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772447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비회원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X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738623"/>
                  </a:ext>
                </a:extLst>
              </a:tr>
              <a:tr h="1178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관리자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O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11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67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6176" y="368876"/>
            <a:ext cx="17555648" cy="9549247"/>
            <a:chOff x="0" y="-92273"/>
            <a:chExt cx="23407530" cy="12732330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37600" y="-5429873"/>
              <a:ext cx="12732330" cy="23407530"/>
              <a:chOff x="-18598" y="-28575"/>
              <a:chExt cx="2566254" cy="471804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18598" y="-322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62246" y="449206"/>
            <a:ext cx="3886200" cy="776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POLICY</a:t>
            </a:r>
          </a:p>
        </p:txBody>
      </p: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35B21E82-BD26-4B91-8BBE-B31B46253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160263"/>
              </p:ext>
            </p:extLst>
          </p:nvPr>
        </p:nvGraphicFramePr>
        <p:xfrm>
          <a:off x="1828800" y="2476500"/>
          <a:ext cx="14249400" cy="399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044927980"/>
                    </a:ext>
                  </a:extLst>
                </a:gridCol>
                <a:gridCol w="3402809">
                  <a:extLst>
                    <a:ext uri="{9D8B030D-6E8A-4147-A177-3AD203B41FA5}">
                      <a16:colId xmlns:a16="http://schemas.microsoft.com/office/drawing/2014/main" val="1937442699"/>
                    </a:ext>
                  </a:extLst>
                </a:gridCol>
                <a:gridCol w="7417591">
                  <a:extLst>
                    <a:ext uri="{9D8B030D-6E8A-4147-A177-3AD203B41FA5}">
                      <a16:colId xmlns:a16="http://schemas.microsoft.com/office/drawing/2014/main" val="378140075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92414849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대구분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중구분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726553"/>
                  </a:ext>
                </a:extLst>
              </a:tr>
              <a:tr h="695086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구매정책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좌석선택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- 1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인당 최대 구매수는 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4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매로 고정함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 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201175"/>
                  </a:ext>
                </a:extLst>
              </a:tr>
              <a:tr h="13384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배송선택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주문자확인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로그인 시 회원정보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이메일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이름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)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가져와서 이용함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사용자가 티켓 배송을 원할 시 도로명 주소를 요청할 수 있음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535948"/>
                  </a:ext>
                </a:extLst>
              </a:tr>
              <a:tr h="695086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결제하기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무통장 입금 시 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1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시간 이내로 결제하지 않으면 취소 요청할 수 있음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17311"/>
                  </a:ext>
                </a:extLst>
              </a:tr>
              <a:tr h="6950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회원가입 정책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본인 인증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본인 명의로 하나의 계정만 만들 수 있음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619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1F99E40B-A67C-4699-850B-FD018C9D66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5639"/>
          <a:stretch/>
        </p:blipFill>
        <p:spPr>
          <a:xfrm>
            <a:off x="762000" y="3162300"/>
            <a:ext cx="9004474" cy="6276652"/>
          </a:xfrm>
          <a:prstGeom prst="rect">
            <a:avLst/>
          </a:prstGeom>
        </p:spPr>
      </p:pic>
      <p:graphicFrame>
        <p:nvGraphicFramePr>
          <p:cNvPr id="50" name="표 50">
            <a:extLst>
              <a:ext uri="{FF2B5EF4-FFF2-40B4-BE49-F238E27FC236}">
                <a16:creationId xmlns:a16="http://schemas.microsoft.com/office/drawing/2014/main" id="{2753647E-8345-4080-8275-76696CC41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05804"/>
              </p:ext>
            </p:extLst>
          </p:nvPr>
        </p:nvGraphicFramePr>
        <p:xfrm>
          <a:off x="2108494" y="1822829"/>
          <a:ext cx="14045905" cy="1034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181">
                  <a:extLst>
                    <a:ext uri="{9D8B030D-6E8A-4147-A177-3AD203B41FA5}">
                      <a16:colId xmlns:a16="http://schemas.microsoft.com/office/drawing/2014/main" val="3614973023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2933891499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2539686320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808883442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4093628476"/>
                    </a:ext>
                  </a:extLst>
                </a:gridCol>
              </a:tblGrid>
              <a:tr h="5173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Pagetitle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AUTHOR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DATE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548628"/>
                  </a:ext>
                </a:extLst>
              </a:tr>
              <a:tr h="5173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u="none" strike="noStrike" spc="-65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  <a:cs typeface="윤고딕"/>
                          <a:sym typeface="윤고딕"/>
                        </a:rPr>
                        <a:t>UI-M-1011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메인화면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HOME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2025.07.10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21404"/>
                  </a:ext>
                </a:extLst>
              </a:tr>
            </a:tbl>
          </a:graphicData>
        </a:graphic>
      </p:graphicFrame>
      <p:sp>
        <p:nvSpPr>
          <p:cNvPr id="51" name="TextBox 12">
            <a:extLst>
              <a:ext uri="{FF2B5EF4-FFF2-40B4-BE49-F238E27FC236}">
                <a16:creationId xmlns:a16="http://schemas.microsoft.com/office/drawing/2014/main" id="{CB8D38E4-A859-471C-8FF2-95DAB9C255BD}"/>
              </a:ext>
            </a:extLst>
          </p:cNvPr>
          <p:cNvSpPr txBox="1"/>
          <p:nvPr/>
        </p:nvSpPr>
        <p:spPr>
          <a:xfrm>
            <a:off x="-1524000" y="4704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UI </a:t>
            </a: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상세구조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BF33491-C5A3-423F-BDA6-8080CE08E924}"/>
              </a:ext>
            </a:extLst>
          </p:cNvPr>
          <p:cNvSpPr/>
          <p:nvPr/>
        </p:nvSpPr>
        <p:spPr>
          <a:xfrm>
            <a:off x="2166974" y="3236094"/>
            <a:ext cx="762000" cy="228600"/>
          </a:xfrm>
          <a:prstGeom prst="rect">
            <a:avLst/>
          </a:prstGeom>
          <a:noFill/>
          <a:ln>
            <a:solidFill>
              <a:srgbClr val="282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35A688-88C0-4D53-966B-E94F299F68BF}"/>
              </a:ext>
            </a:extLst>
          </p:cNvPr>
          <p:cNvSpPr/>
          <p:nvPr/>
        </p:nvSpPr>
        <p:spPr>
          <a:xfrm>
            <a:off x="2537814" y="3514629"/>
            <a:ext cx="571863" cy="228600"/>
          </a:xfrm>
          <a:prstGeom prst="rect">
            <a:avLst/>
          </a:prstGeom>
          <a:noFill/>
          <a:ln>
            <a:solidFill>
              <a:srgbClr val="282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DD847DF-5BE5-49C1-93F0-7261FC771E18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7438906" y="3676650"/>
            <a:ext cx="222164" cy="400050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160E8996-19A1-4670-B7C9-DD21191D08BD}"/>
              </a:ext>
            </a:extLst>
          </p:cNvPr>
          <p:cNvSpPr/>
          <p:nvPr/>
        </p:nvSpPr>
        <p:spPr>
          <a:xfrm>
            <a:off x="1674717" y="3653847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746D32D-3CFD-4F7E-9655-C681693028A1}"/>
              </a:ext>
            </a:extLst>
          </p:cNvPr>
          <p:cNvSpPr/>
          <p:nvPr/>
        </p:nvSpPr>
        <p:spPr>
          <a:xfrm>
            <a:off x="3906735" y="3676866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78033E4-0170-4678-ADBC-D6D99015EDB8}"/>
              </a:ext>
            </a:extLst>
          </p:cNvPr>
          <p:cNvCxnSpPr>
            <a:cxnSpLocks/>
          </p:cNvCxnSpPr>
          <p:nvPr/>
        </p:nvCxnSpPr>
        <p:spPr>
          <a:xfrm>
            <a:off x="8153400" y="3672897"/>
            <a:ext cx="314326" cy="403803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490D391-BDAB-4E93-87E3-5A6C82332627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1934880" y="3455914"/>
            <a:ext cx="259673" cy="242570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7060873-E9B4-4967-9CCF-021ACFF55B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906735" y="3314700"/>
            <a:ext cx="152400" cy="362166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6E30C4A0-26B0-4419-873E-5BFA135356FE}"/>
              </a:ext>
            </a:extLst>
          </p:cNvPr>
          <p:cNvSpPr/>
          <p:nvPr/>
        </p:nvSpPr>
        <p:spPr>
          <a:xfrm>
            <a:off x="7286506" y="40767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A2B618A-C019-4EF5-A59D-68269134DD9B}"/>
              </a:ext>
            </a:extLst>
          </p:cNvPr>
          <p:cNvSpPr/>
          <p:nvPr/>
        </p:nvSpPr>
        <p:spPr>
          <a:xfrm>
            <a:off x="8294526" y="40767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32" name="표 20">
            <a:extLst>
              <a:ext uri="{FF2B5EF4-FFF2-40B4-BE49-F238E27FC236}">
                <a16:creationId xmlns:a16="http://schemas.microsoft.com/office/drawing/2014/main" id="{883892E8-A4A6-4A2E-B522-957A907EC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099436"/>
              </p:ext>
            </p:extLst>
          </p:nvPr>
        </p:nvGraphicFramePr>
        <p:xfrm>
          <a:off x="10185443" y="4178300"/>
          <a:ext cx="5968956" cy="3561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8956">
                  <a:extLst>
                    <a:ext uri="{9D8B030D-6E8A-4147-A177-3AD203B41FA5}">
                      <a16:colId xmlns:a16="http://schemas.microsoft.com/office/drawing/2014/main" val="381110242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243903"/>
                  </a:ext>
                </a:extLst>
              </a:tr>
              <a:tr h="295197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로고 </a:t>
                      </a:r>
                      <a:r>
                        <a:rPr lang="ko-KR" altLang="en-US" sz="2400" u="none" strike="noStrike" spc="-65" dirty="0" err="1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클릭시</a:t>
                      </a: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홈페이지 이동</a:t>
                      </a:r>
                      <a:endParaRPr lang="en-US" altLang="ko-KR" sz="2400" u="none" strike="noStrike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관련 키워드 검색</a:t>
                      </a:r>
                      <a:endParaRPr lang="en-US" altLang="ko-KR" sz="2400" u="none" strike="noStrike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투어</a:t>
                      </a:r>
                      <a:r>
                        <a:rPr lang="en-US" altLang="ko-KR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, </a:t>
                      </a: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티켓 페이지 이동</a:t>
                      </a:r>
                      <a:endParaRPr lang="en-US" altLang="ko-KR" sz="2400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로그인 페이지 이동</a:t>
                      </a:r>
                      <a:endParaRPr lang="en-US" altLang="ko-KR" sz="2400" u="none" strike="noStrike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로그인 시 내 예약 페이지 이동</a:t>
                      </a:r>
                      <a:endParaRPr lang="en-US" altLang="ko-KR" sz="2400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22306"/>
                  </a:ext>
                </a:extLst>
              </a:tr>
            </a:tbl>
          </a:graphicData>
        </a:graphic>
      </p:graphicFrame>
      <p:sp>
        <p:nvSpPr>
          <p:cNvPr id="33" name="타원 32">
            <a:extLst>
              <a:ext uri="{FF2B5EF4-FFF2-40B4-BE49-F238E27FC236}">
                <a16:creationId xmlns:a16="http://schemas.microsoft.com/office/drawing/2014/main" id="{F1AED12D-2F55-4C4E-A083-1214F1921C93}"/>
              </a:ext>
            </a:extLst>
          </p:cNvPr>
          <p:cNvSpPr/>
          <p:nvPr/>
        </p:nvSpPr>
        <p:spPr>
          <a:xfrm>
            <a:off x="2671345" y="40767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2E8E68A-3419-462A-AC03-A8BF7FAB23F8}"/>
              </a:ext>
            </a:extLst>
          </p:cNvPr>
          <p:cNvCxnSpPr>
            <a:cxnSpLocks/>
          </p:cNvCxnSpPr>
          <p:nvPr/>
        </p:nvCxnSpPr>
        <p:spPr>
          <a:xfrm>
            <a:off x="2767689" y="3733584"/>
            <a:ext cx="23037" cy="361974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0FCF7EE1-42B7-4EF7-8F94-AADF853A169C}"/>
              </a:ext>
            </a:extLst>
          </p:cNvPr>
          <p:cNvSpPr/>
          <p:nvPr/>
        </p:nvSpPr>
        <p:spPr>
          <a:xfrm>
            <a:off x="10247331" y="49911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39628F3-DB3F-4D6E-A2B3-D01641BA2209}"/>
              </a:ext>
            </a:extLst>
          </p:cNvPr>
          <p:cNvSpPr/>
          <p:nvPr/>
        </p:nvSpPr>
        <p:spPr>
          <a:xfrm>
            <a:off x="10261021" y="5525116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1EE86FD-CAA4-40D5-9D89-19F551B38773}"/>
              </a:ext>
            </a:extLst>
          </p:cNvPr>
          <p:cNvSpPr/>
          <p:nvPr/>
        </p:nvSpPr>
        <p:spPr>
          <a:xfrm>
            <a:off x="10259723" y="663491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7F0CE45-7724-4FCD-B1D4-A9BBE70163EC}"/>
              </a:ext>
            </a:extLst>
          </p:cNvPr>
          <p:cNvSpPr/>
          <p:nvPr/>
        </p:nvSpPr>
        <p:spPr>
          <a:xfrm>
            <a:off x="10259723" y="7164295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26F27C0-D287-439B-8767-0086F3F8ABBB}"/>
              </a:ext>
            </a:extLst>
          </p:cNvPr>
          <p:cNvSpPr/>
          <p:nvPr/>
        </p:nvSpPr>
        <p:spPr>
          <a:xfrm>
            <a:off x="10251041" y="60706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6186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C2E77AEF-3B86-4833-A570-AB45160D1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74356"/>
            <a:ext cx="7094014" cy="6602260"/>
          </a:xfrm>
          <a:prstGeom prst="rect">
            <a:avLst/>
          </a:prstGeom>
        </p:spPr>
      </p:pic>
      <p:graphicFrame>
        <p:nvGraphicFramePr>
          <p:cNvPr id="13" name="표 50">
            <a:extLst>
              <a:ext uri="{FF2B5EF4-FFF2-40B4-BE49-F238E27FC236}">
                <a16:creationId xmlns:a16="http://schemas.microsoft.com/office/drawing/2014/main" id="{3A82F42F-E5F2-499E-86C3-9B1A0E2D2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642056"/>
              </p:ext>
            </p:extLst>
          </p:nvPr>
        </p:nvGraphicFramePr>
        <p:xfrm>
          <a:off x="2108494" y="1822829"/>
          <a:ext cx="14045905" cy="1034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181">
                  <a:extLst>
                    <a:ext uri="{9D8B030D-6E8A-4147-A177-3AD203B41FA5}">
                      <a16:colId xmlns:a16="http://schemas.microsoft.com/office/drawing/2014/main" val="3614973023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2933891499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2539686320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808883442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4093628476"/>
                    </a:ext>
                  </a:extLst>
                </a:gridCol>
              </a:tblGrid>
              <a:tr h="5173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PAGETITLE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AUTHOR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DATE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548628"/>
                  </a:ext>
                </a:extLst>
              </a:tr>
              <a:tr h="5173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2025.07.10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21404"/>
                  </a:ext>
                </a:extLst>
              </a:tr>
            </a:tbl>
          </a:graphicData>
        </a:graphic>
      </p:graphicFrame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4278A56-782A-4236-AB65-ED85A4898BB5}"/>
              </a:ext>
            </a:extLst>
          </p:cNvPr>
          <p:cNvCxnSpPr>
            <a:cxnSpLocks/>
          </p:cNvCxnSpPr>
          <p:nvPr/>
        </p:nvCxnSpPr>
        <p:spPr>
          <a:xfrm>
            <a:off x="4267200" y="5067300"/>
            <a:ext cx="0" cy="381000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C0242F00-5974-4FAB-A598-440516A54447}"/>
              </a:ext>
            </a:extLst>
          </p:cNvPr>
          <p:cNvSpPr/>
          <p:nvPr/>
        </p:nvSpPr>
        <p:spPr>
          <a:xfrm>
            <a:off x="4114800" y="5430477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BC27AA-92B3-4390-A1B7-086CF8EF72A3}"/>
              </a:ext>
            </a:extLst>
          </p:cNvPr>
          <p:cNvSpPr/>
          <p:nvPr/>
        </p:nvSpPr>
        <p:spPr>
          <a:xfrm>
            <a:off x="5334000" y="68199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5351E79-107D-4722-A4B0-8E59269BB1FB}"/>
              </a:ext>
            </a:extLst>
          </p:cNvPr>
          <p:cNvCxnSpPr>
            <a:cxnSpLocks/>
          </p:cNvCxnSpPr>
          <p:nvPr/>
        </p:nvCxnSpPr>
        <p:spPr>
          <a:xfrm flipH="1">
            <a:off x="5375806" y="7076879"/>
            <a:ext cx="101068" cy="381000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181684-79E5-4D58-953C-C89D8F2AD520}"/>
              </a:ext>
            </a:extLst>
          </p:cNvPr>
          <p:cNvSpPr/>
          <p:nvPr/>
        </p:nvSpPr>
        <p:spPr>
          <a:xfrm>
            <a:off x="4965520" y="7456582"/>
            <a:ext cx="820573" cy="1134576"/>
          </a:xfrm>
          <a:prstGeom prst="rect">
            <a:avLst/>
          </a:prstGeom>
          <a:noFill/>
          <a:ln>
            <a:solidFill>
              <a:srgbClr val="282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4C3B763-CA67-41E4-A056-64AD0B193FF4}"/>
              </a:ext>
            </a:extLst>
          </p:cNvPr>
          <p:cNvSpPr/>
          <p:nvPr/>
        </p:nvSpPr>
        <p:spPr>
          <a:xfrm>
            <a:off x="10287400" y="540261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8CE4D0C-6DD2-4F36-A99E-1BF42BDE07DB}"/>
              </a:ext>
            </a:extLst>
          </p:cNvPr>
          <p:cNvSpPr/>
          <p:nvPr/>
        </p:nvSpPr>
        <p:spPr>
          <a:xfrm>
            <a:off x="10287400" y="6484577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0" name="표 20">
            <a:extLst>
              <a:ext uri="{FF2B5EF4-FFF2-40B4-BE49-F238E27FC236}">
                <a16:creationId xmlns:a16="http://schemas.microsoft.com/office/drawing/2014/main" id="{26911E9D-B0FB-4BB9-BCC3-21ABD84A1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9673"/>
              </p:ext>
            </p:extLst>
          </p:nvPr>
        </p:nvGraphicFramePr>
        <p:xfrm>
          <a:off x="10208514" y="4152900"/>
          <a:ext cx="5935643" cy="3561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5643">
                  <a:extLst>
                    <a:ext uri="{9D8B030D-6E8A-4147-A177-3AD203B41FA5}">
                      <a16:colId xmlns:a16="http://schemas.microsoft.com/office/drawing/2014/main" val="381110242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243903"/>
                  </a:ext>
                </a:extLst>
              </a:tr>
              <a:tr h="29519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배너 아래 아이콘에 마우스를 올리면 슬라이드 효과를 부여해 배너가 넘어갈 수 있도록 표현</a:t>
                      </a:r>
                      <a:endParaRPr lang="en-US" altLang="ko-KR" sz="24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공연 </a:t>
                      </a:r>
                      <a:r>
                        <a:rPr lang="ko-KR" altLang="en-US" sz="2400" spc="-65" dirty="0" err="1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선택시</a:t>
                      </a:r>
                      <a:r>
                        <a:rPr lang="ko-KR" altLang="en-US" sz="2400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공연 상세 페이지로 이동</a:t>
                      </a:r>
                      <a:endParaRPr lang="en-US" altLang="ko-KR" sz="2400" u="none" strike="noStrike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  <a:p>
                      <a:pPr algn="l" latinLnBrk="1"/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22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53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7634037" y="6667500"/>
            <a:ext cx="7331494" cy="851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</a:pPr>
            <a:endParaRPr lang="en-US" altLang="ko-KR" sz="2199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marL="0" lvl="0" indent="0" algn="l">
              <a:lnSpc>
                <a:spcPts val="3519"/>
              </a:lnSpc>
              <a:spcBef>
                <a:spcPct val="0"/>
              </a:spcBef>
            </a:pPr>
            <a:r>
              <a:rPr lang="ko-KR" altLang="en-US" sz="2199" spc="-65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endParaRPr lang="en-US" sz="2199" u="none" strike="noStrike" spc="-65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EC3514F-B72A-43D1-9EF3-78DBE708F0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5330"/>
          <a:stretch/>
        </p:blipFill>
        <p:spPr>
          <a:xfrm>
            <a:off x="1066800" y="3512450"/>
            <a:ext cx="6600646" cy="5893466"/>
          </a:xfrm>
          <a:prstGeom prst="rect">
            <a:avLst/>
          </a:prstGeom>
        </p:spPr>
      </p:pic>
      <p:graphicFrame>
        <p:nvGraphicFramePr>
          <p:cNvPr id="16" name="표 50">
            <a:extLst>
              <a:ext uri="{FF2B5EF4-FFF2-40B4-BE49-F238E27FC236}">
                <a16:creationId xmlns:a16="http://schemas.microsoft.com/office/drawing/2014/main" id="{D85E7F0B-121A-4181-B78F-897EF3895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04856"/>
              </p:ext>
            </p:extLst>
          </p:nvPr>
        </p:nvGraphicFramePr>
        <p:xfrm>
          <a:off x="2108494" y="1822829"/>
          <a:ext cx="14045905" cy="1034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181">
                  <a:extLst>
                    <a:ext uri="{9D8B030D-6E8A-4147-A177-3AD203B41FA5}">
                      <a16:colId xmlns:a16="http://schemas.microsoft.com/office/drawing/2014/main" val="3614973023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2933891499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2539686320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808883442"/>
                    </a:ext>
                  </a:extLst>
                </a:gridCol>
                <a:gridCol w="2809181">
                  <a:extLst>
                    <a:ext uri="{9D8B030D-6E8A-4147-A177-3AD203B41FA5}">
                      <a16:colId xmlns:a16="http://schemas.microsoft.com/office/drawing/2014/main" val="4093628476"/>
                    </a:ext>
                  </a:extLst>
                </a:gridCol>
              </a:tblGrid>
              <a:tr h="5173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 path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Pagetitle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AUTHOR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DATE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548628"/>
                  </a:ext>
                </a:extLst>
              </a:tr>
              <a:tr h="517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 상세 페이지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2025.07.10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21404"/>
                  </a:ext>
                </a:extLst>
              </a:tr>
            </a:tbl>
          </a:graphicData>
        </a:graphic>
      </p:graphicFrame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4550F7-3509-4CC6-BA22-CDF9E8A5F78A}"/>
              </a:ext>
            </a:extLst>
          </p:cNvPr>
          <p:cNvCxnSpPr>
            <a:cxnSpLocks/>
          </p:cNvCxnSpPr>
          <p:nvPr/>
        </p:nvCxnSpPr>
        <p:spPr>
          <a:xfrm>
            <a:off x="6522707" y="6459183"/>
            <a:ext cx="640093" cy="55917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BA22DE96-E780-4D81-B23F-1F6A5A99DE9C}"/>
              </a:ext>
            </a:extLst>
          </p:cNvPr>
          <p:cNvSpPr/>
          <p:nvPr/>
        </p:nvSpPr>
        <p:spPr>
          <a:xfrm>
            <a:off x="7110323" y="6362700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86F992-A66C-4245-A055-B8BD3112AC45}"/>
              </a:ext>
            </a:extLst>
          </p:cNvPr>
          <p:cNvCxnSpPr>
            <a:cxnSpLocks/>
          </p:cNvCxnSpPr>
          <p:nvPr/>
        </p:nvCxnSpPr>
        <p:spPr>
          <a:xfrm>
            <a:off x="6630557" y="5651824"/>
            <a:ext cx="640093" cy="55917"/>
          </a:xfrm>
          <a:prstGeom prst="line">
            <a:avLst/>
          </a:prstGeom>
          <a:ln w="28575">
            <a:solidFill>
              <a:srgbClr val="282F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8E359646-EA6F-411F-AF08-4FFF194299F2}"/>
              </a:ext>
            </a:extLst>
          </p:cNvPr>
          <p:cNvSpPr/>
          <p:nvPr/>
        </p:nvSpPr>
        <p:spPr>
          <a:xfrm>
            <a:off x="7162800" y="5584695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F61B5B-EE5F-4C25-99A5-CEEE9BFBFA98}"/>
              </a:ext>
            </a:extLst>
          </p:cNvPr>
          <p:cNvSpPr/>
          <p:nvPr/>
        </p:nvSpPr>
        <p:spPr>
          <a:xfrm>
            <a:off x="5374179" y="4343939"/>
            <a:ext cx="1264907" cy="2018761"/>
          </a:xfrm>
          <a:prstGeom prst="rect">
            <a:avLst/>
          </a:prstGeom>
          <a:noFill/>
          <a:ln>
            <a:solidFill>
              <a:srgbClr val="282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20">
            <a:extLst>
              <a:ext uri="{FF2B5EF4-FFF2-40B4-BE49-F238E27FC236}">
                <a16:creationId xmlns:a16="http://schemas.microsoft.com/office/drawing/2014/main" id="{F762B798-2914-4AB8-B8A4-D476664F3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48807"/>
              </p:ext>
            </p:extLst>
          </p:nvPr>
        </p:nvGraphicFramePr>
        <p:xfrm>
          <a:off x="8923825" y="3957636"/>
          <a:ext cx="7078175" cy="225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8175">
                  <a:extLst>
                    <a:ext uri="{9D8B030D-6E8A-4147-A177-3AD203B41FA5}">
                      <a16:colId xmlns:a16="http://schemas.microsoft.com/office/drawing/2014/main" val="3811102423"/>
                    </a:ext>
                  </a:extLst>
                </a:gridCol>
              </a:tblGrid>
              <a:tr h="559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243903"/>
                  </a:ext>
                </a:extLst>
              </a:tr>
              <a:tr h="169295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0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 </a:t>
                      </a: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관람일 선택 시 관람일에 따라 </a:t>
                      </a:r>
                      <a:r>
                        <a:rPr lang="ko-KR" altLang="en-US" sz="2400" u="none" strike="noStrike" spc="-65" dirty="0" err="1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회차</a:t>
                      </a: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선택가능</a:t>
                      </a:r>
                      <a:endParaRPr lang="en-US" altLang="ko-KR" sz="2400" u="none" strike="noStrike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  <a:p>
                      <a:pPr marL="0" lvl="0" indent="0" algn="l">
                        <a:lnSpc>
                          <a:spcPts val="3519"/>
                        </a:lnSpc>
                        <a:spcBef>
                          <a:spcPct val="0"/>
                        </a:spcBef>
                      </a:pP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   예매하기 버튼 </a:t>
                      </a:r>
                      <a:r>
                        <a:rPr lang="ko-KR" altLang="en-US" sz="2400" u="none" strike="noStrike" spc="-65" dirty="0" err="1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클릭시</a:t>
                      </a:r>
                      <a:r>
                        <a:rPr lang="ko-KR" altLang="en-US" sz="2400" u="none" strike="noStrike" spc="-65" dirty="0">
                          <a:solidFill>
                            <a:srgbClr val="000000"/>
                          </a:solidFill>
                          <a:latin typeface="윤고딕"/>
                          <a:ea typeface="윤고딕"/>
                          <a:cs typeface="윤고딕"/>
                          <a:sym typeface="윤고딕"/>
                        </a:rPr>
                        <a:t> 예매 페이지 이동</a:t>
                      </a:r>
                      <a:endParaRPr lang="en-US" altLang="ko-KR" sz="2400" u="none" strike="noStrike" spc="-65" dirty="0">
                        <a:solidFill>
                          <a:srgbClr val="000000"/>
                        </a:solidFill>
                        <a:latin typeface="윤고딕"/>
                        <a:ea typeface="윤고딕"/>
                        <a:cs typeface="윤고딕"/>
                        <a:sym typeface="윤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422306"/>
                  </a:ext>
                </a:extLst>
              </a:tr>
            </a:tbl>
          </a:graphicData>
        </a:graphic>
      </p:graphicFrame>
      <p:sp>
        <p:nvSpPr>
          <p:cNvPr id="21" name="타원 20">
            <a:extLst>
              <a:ext uri="{FF2B5EF4-FFF2-40B4-BE49-F238E27FC236}">
                <a16:creationId xmlns:a16="http://schemas.microsoft.com/office/drawing/2014/main" id="{47669172-D99B-4688-B304-910FA8A41517}"/>
              </a:ext>
            </a:extLst>
          </p:cNvPr>
          <p:cNvSpPr/>
          <p:nvPr/>
        </p:nvSpPr>
        <p:spPr>
          <a:xfrm>
            <a:off x="8991600" y="5042486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475F3C2-A980-4F2B-AF59-6BD714130CB9}"/>
              </a:ext>
            </a:extLst>
          </p:cNvPr>
          <p:cNvSpPr/>
          <p:nvPr/>
        </p:nvSpPr>
        <p:spPr>
          <a:xfrm>
            <a:off x="8991600" y="5499424"/>
            <a:ext cx="304800" cy="304800"/>
          </a:xfrm>
          <a:prstGeom prst="ellipse">
            <a:avLst/>
          </a:prstGeom>
          <a:solidFill>
            <a:srgbClr val="282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628813" y="4494524"/>
            <a:ext cx="7030373" cy="1164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4"/>
              </a:lnSpc>
              <a:spcBef>
                <a:spcPct val="0"/>
              </a:spcBef>
            </a:pPr>
            <a:r>
              <a:rPr lang="en-US" sz="6603" spc="-132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670</Words>
  <Application>Microsoft Office PowerPoint</Application>
  <PresentationFormat>사용자 지정</PresentationFormat>
  <Paragraphs>273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Lato Heavy</vt:lpstr>
      <vt:lpstr>Arial</vt:lpstr>
      <vt:lpstr>TDTD평고딕</vt:lpstr>
      <vt:lpstr>Calibri</vt:lpstr>
      <vt:lpstr>윤고딕 Semi-Bold</vt:lpstr>
      <vt:lpstr>윤고딕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 블랙과 화이트 단순하고 심플한 인터페이스 레이아웃 프레젠테이션</dc:title>
  <cp:lastModifiedBy>FullName</cp:lastModifiedBy>
  <cp:revision>120</cp:revision>
  <dcterms:created xsi:type="dcterms:W3CDTF">2006-08-16T00:00:00Z</dcterms:created>
  <dcterms:modified xsi:type="dcterms:W3CDTF">2025-07-15T00:40:20Z</dcterms:modified>
  <dc:identifier>DAGskY_J-DU</dc:identifier>
</cp:coreProperties>
</file>