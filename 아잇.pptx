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67" r:id="rId2"/>
  </p:sldIdLst>
  <p:sldSz cx="18288000" cy="102870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맑은 고딕" panose="020B0503020000020004" pitchFamily="50" charset="-127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F2F2F2"/>
    <a:srgbClr val="E1E1E1"/>
    <a:srgbClr val="4154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6" d="100"/>
          <a:sy n="36" d="100"/>
        </p:scale>
        <p:origin x="96" y="10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새롬 임" userId="86ce26321b39ebd9" providerId="LiveId" clId="{F2413EE1-D4D4-4572-9C3B-05AE78FE3CA2}"/>
    <pc:docChg chg="undo custSel addSld delSld modSld">
      <pc:chgData name="새롬 임" userId="86ce26321b39ebd9" providerId="LiveId" clId="{F2413EE1-D4D4-4572-9C3B-05AE78FE3CA2}" dt="2025-07-23T15:01:53.122" v="377" actId="20577"/>
      <pc:docMkLst>
        <pc:docMk/>
      </pc:docMkLst>
      <pc:sldChg chg="modSp mod">
        <pc:chgData name="새롬 임" userId="86ce26321b39ebd9" providerId="LiveId" clId="{F2413EE1-D4D4-4572-9C3B-05AE78FE3CA2}" dt="2025-07-23T14:53:13.805" v="0" actId="1076"/>
        <pc:sldMkLst>
          <pc:docMk/>
          <pc:sldMk cId="0" sldId="256"/>
        </pc:sldMkLst>
        <pc:spChg chg="mod">
          <ac:chgData name="새롬 임" userId="86ce26321b39ebd9" providerId="LiveId" clId="{F2413EE1-D4D4-4572-9C3B-05AE78FE3CA2}" dt="2025-07-23T14:53:13.805" v="0" actId="1076"/>
          <ac:spMkLst>
            <pc:docMk/>
            <pc:sldMk cId="0" sldId="256"/>
            <ac:spMk id="17" creationId="{00000000-0000-0000-0000-000000000000}"/>
          </ac:spMkLst>
        </pc:spChg>
      </pc:sldChg>
      <pc:sldChg chg="del">
        <pc:chgData name="새롬 임" userId="86ce26321b39ebd9" providerId="LiveId" clId="{F2413EE1-D4D4-4572-9C3B-05AE78FE3CA2}" dt="2025-07-23T14:53:25.987" v="1" actId="47"/>
        <pc:sldMkLst>
          <pc:docMk/>
          <pc:sldMk cId="0" sldId="257"/>
        </pc:sldMkLst>
      </pc:sldChg>
      <pc:sldChg chg="addSp delSp modSp mod">
        <pc:chgData name="새롬 임" userId="86ce26321b39ebd9" providerId="LiveId" clId="{F2413EE1-D4D4-4572-9C3B-05AE78FE3CA2}" dt="2025-07-23T15:01:53.122" v="377" actId="20577"/>
        <pc:sldMkLst>
          <pc:docMk/>
          <pc:sldMk cId="0" sldId="258"/>
        </pc:sldMkLst>
        <pc:spChg chg="mod">
          <ac:chgData name="새롬 임" userId="86ce26321b39ebd9" providerId="LiveId" clId="{F2413EE1-D4D4-4572-9C3B-05AE78FE3CA2}" dt="2025-07-23T14:54:28.735" v="60" actId="1076"/>
          <ac:spMkLst>
            <pc:docMk/>
            <pc:sldMk cId="0" sldId="258"/>
            <ac:spMk id="8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4:19.823" v="58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4:18.480" v="57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4:21.794" v="59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4:32.206" v="61" actId="478"/>
          <ac:spMkLst>
            <pc:docMk/>
            <pc:sldMk cId="0" sldId="258"/>
            <ac:spMk id="12" creationId="{00000000-0000-0000-0000-000000000000}"/>
          </ac:spMkLst>
        </pc:spChg>
        <pc:spChg chg="add mod">
          <ac:chgData name="새롬 임" userId="86ce26321b39ebd9" providerId="LiveId" clId="{F2413EE1-D4D4-4572-9C3B-05AE78FE3CA2}" dt="2025-07-23T15:01:18.361" v="339" actId="1076"/>
          <ac:spMkLst>
            <pc:docMk/>
            <pc:sldMk cId="0" sldId="258"/>
            <ac:spMk id="13" creationId="{0E125C36-58D5-8995-F119-20A69B7572DC}"/>
          </ac:spMkLst>
        </pc:spChg>
        <pc:spChg chg="add mod">
          <ac:chgData name="새롬 임" userId="86ce26321b39ebd9" providerId="LiveId" clId="{F2413EE1-D4D4-4572-9C3B-05AE78FE3CA2}" dt="2025-07-23T15:01:53.122" v="377" actId="20577"/>
          <ac:spMkLst>
            <pc:docMk/>
            <pc:sldMk cId="0" sldId="258"/>
            <ac:spMk id="14" creationId="{293E77A7-BA7D-8DB5-F93E-06CCBB53362C}"/>
          </ac:spMkLst>
        </pc:spChg>
        <pc:spChg chg="add mod">
          <ac:chgData name="새롬 임" userId="86ce26321b39ebd9" providerId="LiveId" clId="{F2413EE1-D4D4-4572-9C3B-05AE78FE3CA2}" dt="2025-07-23T15:01:35.196" v="342" actId="1076"/>
          <ac:spMkLst>
            <pc:docMk/>
            <pc:sldMk cId="0" sldId="258"/>
            <ac:spMk id="34" creationId="{54300FAF-4CB5-18FB-760E-F6C729789AD2}"/>
          </ac:spMkLst>
        </pc:spChg>
        <pc:spChg chg="add mod">
          <ac:chgData name="새롬 임" userId="86ce26321b39ebd9" providerId="LiveId" clId="{F2413EE1-D4D4-4572-9C3B-05AE78FE3CA2}" dt="2025-07-23T15:01:35.196" v="342" actId="1076"/>
          <ac:spMkLst>
            <pc:docMk/>
            <pc:sldMk cId="0" sldId="258"/>
            <ac:spMk id="35" creationId="{70D065EB-F2C6-A65F-C5E2-7BCCBA653CB0}"/>
          </ac:spMkLst>
        </pc:spChg>
      </pc:sldChg>
      <pc:sldChg chg="addSp delSp modSp mod">
        <pc:chgData name="새롬 임" userId="86ce26321b39ebd9" providerId="LiveId" clId="{F2413EE1-D4D4-4572-9C3B-05AE78FE3CA2}" dt="2025-07-23T14:56:48.084" v="260" actId="20577"/>
        <pc:sldMkLst>
          <pc:docMk/>
          <pc:sldMk cId="0" sldId="259"/>
        </pc:sldMkLst>
        <pc:spChg chg="mod">
          <ac:chgData name="새롬 임" userId="86ce26321b39ebd9" providerId="LiveId" clId="{F2413EE1-D4D4-4572-9C3B-05AE78FE3CA2}" dt="2025-07-23T14:54:59.244" v="95"/>
          <ac:spMkLst>
            <pc:docMk/>
            <pc:sldMk cId="0" sldId="259"/>
            <ac:spMk id="8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4:36.303" v="62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3:45.774" v="7" actId="478"/>
          <ac:spMkLst>
            <pc:docMk/>
            <pc:sldMk cId="0" sldId="259"/>
            <ac:spMk id="19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3:53.077" v="12" actId="478"/>
          <ac:spMkLst>
            <pc:docMk/>
            <pc:sldMk cId="0" sldId="259"/>
            <ac:spMk id="20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3:59.303" v="16" actId="478"/>
          <ac:spMkLst>
            <pc:docMk/>
            <pc:sldMk cId="0" sldId="259"/>
            <ac:spMk id="21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3:56.724" v="14" actId="478"/>
          <ac:spMkLst>
            <pc:docMk/>
            <pc:sldMk cId="0" sldId="259"/>
            <ac:spMk id="31" creationId="{00000000-0000-0000-0000-000000000000}"/>
          </ac:spMkLst>
        </pc:spChg>
        <pc:spChg chg="del mod">
          <ac:chgData name="새롬 임" userId="86ce26321b39ebd9" providerId="LiveId" clId="{F2413EE1-D4D4-4572-9C3B-05AE78FE3CA2}" dt="2025-07-23T14:53:49.185" v="10" actId="478"/>
          <ac:spMkLst>
            <pc:docMk/>
            <pc:sldMk cId="0" sldId="259"/>
            <ac:spMk id="32" creationId="{00000000-0000-0000-0000-000000000000}"/>
          </ac:spMkLst>
        </pc:spChg>
        <pc:spChg chg="del mod">
          <ac:chgData name="새롬 임" userId="86ce26321b39ebd9" providerId="LiveId" clId="{F2413EE1-D4D4-4572-9C3B-05AE78FE3CA2}" dt="2025-07-23T14:53:42.945" v="5" actId="478"/>
          <ac:spMkLst>
            <pc:docMk/>
            <pc:sldMk cId="0" sldId="259"/>
            <ac:spMk id="33" creationId="{00000000-0000-0000-0000-000000000000}"/>
          </ac:spMkLst>
        </pc:spChg>
        <pc:spChg chg="add del mod">
          <ac:chgData name="새롬 임" userId="86ce26321b39ebd9" providerId="LiveId" clId="{F2413EE1-D4D4-4572-9C3B-05AE78FE3CA2}" dt="2025-07-23T14:55:54.218" v="153" actId="21"/>
          <ac:spMkLst>
            <pc:docMk/>
            <pc:sldMk cId="0" sldId="259"/>
            <ac:spMk id="34" creationId="{54300FAF-4CB5-18FB-760E-F6C729789AD2}"/>
          </ac:spMkLst>
        </pc:spChg>
        <pc:spChg chg="add del mod">
          <ac:chgData name="새롬 임" userId="86ce26321b39ebd9" providerId="LiveId" clId="{F2413EE1-D4D4-4572-9C3B-05AE78FE3CA2}" dt="2025-07-23T14:55:54.218" v="153" actId="21"/>
          <ac:spMkLst>
            <pc:docMk/>
            <pc:sldMk cId="0" sldId="259"/>
            <ac:spMk id="35" creationId="{70D065EB-F2C6-A65F-C5E2-7BCCBA653CB0}"/>
          </ac:spMkLst>
        </pc:spChg>
        <pc:spChg chg="add mod">
          <ac:chgData name="새롬 임" userId="86ce26321b39ebd9" providerId="LiveId" clId="{F2413EE1-D4D4-4572-9C3B-05AE78FE3CA2}" dt="2025-07-23T14:56:48.084" v="260" actId="20577"/>
          <ac:spMkLst>
            <pc:docMk/>
            <pc:sldMk cId="0" sldId="259"/>
            <ac:spMk id="36" creationId="{3A38CE38-4098-A8AF-CAB7-7FE5B70EFDF3}"/>
          </ac:spMkLst>
        </pc:spChg>
        <pc:grpChg chg="mod">
          <ac:chgData name="새롬 임" userId="86ce26321b39ebd9" providerId="LiveId" clId="{F2413EE1-D4D4-4572-9C3B-05AE78FE3CA2}" dt="2025-07-23T14:54:42.393" v="64" actId="1076"/>
          <ac:grpSpMkLst>
            <pc:docMk/>
            <pc:sldMk cId="0" sldId="259"/>
            <ac:grpSpMk id="2" creationId="{00000000-0000-0000-0000-000000000000}"/>
          </ac:grpSpMkLst>
        </pc:grpChg>
        <pc:grpChg chg="del">
          <ac:chgData name="새롬 임" userId="86ce26321b39ebd9" providerId="LiveId" clId="{F2413EE1-D4D4-4572-9C3B-05AE78FE3CA2}" dt="2025-07-23T14:53:43.682" v="6" actId="478"/>
          <ac:grpSpMkLst>
            <pc:docMk/>
            <pc:sldMk cId="0" sldId="259"/>
            <ac:grpSpMk id="10" creationId="{00000000-0000-0000-0000-000000000000}"/>
          </ac:grpSpMkLst>
        </pc:grpChg>
        <pc:grpChg chg="del">
          <ac:chgData name="새롬 임" userId="86ce26321b39ebd9" providerId="LiveId" clId="{F2413EE1-D4D4-4572-9C3B-05AE78FE3CA2}" dt="2025-07-23T14:53:50.922" v="11" actId="478"/>
          <ac:grpSpMkLst>
            <pc:docMk/>
            <pc:sldMk cId="0" sldId="259"/>
            <ac:grpSpMk id="13" creationId="{00000000-0000-0000-0000-000000000000}"/>
          </ac:grpSpMkLst>
        </pc:grpChg>
        <pc:grpChg chg="del">
          <ac:chgData name="새롬 임" userId="86ce26321b39ebd9" providerId="LiveId" clId="{F2413EE1-D4D4-4572-9C3B-05AE78FE3CA2}" dt="2025-07-23T14:53:57.811" v="15" actId="478"/>
          <ac:grpSpMkLst>
            <pc:docMk/>
            <pc:sldMk cId="0" sldId="259"/>
            <ac:grpSpMk id="16" creationId="{00000000-0000-0000-0000-000000000000}"/>
          </ac:grpSpMkLst>
        </pc:grpChg>
        <pc:grpChg chg="del">
          <ac:chgData name="새롬 임" userId="86ce26321b39ebd9" providerId="LiveId" clId="{F2413EE1-D4D4-4572-9C3B-05AE78FE3CA2}" dt="2025-07-23T14:53:40.867" v="3" actId="478"/>
          <ac:grpSpMkLst>
            <pc:docMk/>
            <pc:sldMk cId="0" sldId="259"/>
            <ac:grpSpMk id="22" creationId="{00000000-0000-0000-0000-000000000000}"/>
          </ac:grpSpMkLst>
        </pc:grpChg>
        <pc:grpChg chg="del">
          <ac:chgData name="새롬 임" userId="86ce26321b39ebd9" providerId="LiveId" clId="{F2413EE1-D4D4-4572-9C3B-05AE78FE3CA2}" dt="2025-07-23T14:53:46.832" v="8" actId="478"/>
          <ac:grpSpMkLst>
            <pc:docMk/>
            <pc:sldMk cId="0" sldId="259"/>
            <ac:grpSpMk id="25" creationId="{00000000-0000-0000-0000-000000000000}"/>
          </ac:grpSpMkLst>
        </pc:grpChg>
        <pc:grpChg chg="del">
          <ac:chgData name="새롬 임" userId="86ce26321b39ebd9" providerId="LiveId" clId="{F2413EE1-D4D4-4572-9C3B-05AE78FE3CA2}" dt="2025-07-23T14:53:53.928" v="13" actId="478"/>
          <ac:grpSpMkLst>
            <pc:docMk/>
            <pc:sldMk cId="0" sldId="259"/>
            <ac:grpSpMk id="28" creationId="{00000000-0000-0000-0000-000000000000}"/>
          </ac:grpSpMkLst>
        </pc:grpChg>
      </pc:sldChg>
      <pc:sldChg chg="del">
        <pc:chgData name="새롬 임" userId="86ce26321b39ebd9" providerId="LiveId" clId="{F2413EE1-D4D4-4572-9C3B-05AE78FE3CA2}" dt="2025-07-23T14:56:55.492" v="262" actId="47"/>
        <pc:sldMkLst>
          <pc:docMk/>
          <pc:sldMk cId="0" sldId="260"/>
        </pc:sldMkLst>
      </pc:sldChg>
      <pc:sldChg chg="del">
        <pc:chgData name="새롬 임" userId="86ce26321b39ebd9" providerId="LiveId" clId="{F2413EE1-D4D4-4572-9C3B-05AE78FE3CA2}" dt="2025-07-23T14:56:53.764" v="261" actId="47"/>
        <pc:sldMkLst>
          <pc:docMk/>
          <pc:sldMk cId="0" sldId="261"/>
        </pc:sldMkLst>
      </pc:sldChg>
      <pc:sldChg chg="del">
        <pc:chgData name="새롬 임" userId="86ce26321b39ebd9" providerId="LiveId" clId="{F2413EE1-D4D4-4572-9C3B-05AE78FE3CA2}" dt="2025-07-23T14:56:57.072" v="263" actId="47"/>
        <pc:sldMkLst>
          <pc:docMk/>
          <pc:sldMk cId="0" sldId="262"/>
        </pc:sldMkLst>
      </pc:sldChg>
      <pc:sldChg chg="del">
        <pc:chgData name="새롬 임" userId="86ce26321b39ebd9" providerId="LiveId" clId="{F2413EE1-D4D4-4572-9C3B-05AE78FE3CA2}" dt="2025-07-23T14:56:58.541" v="264" actId="47"/>
        <pc:sldMkLst>
          <pc:docMk/>
          <pc:sldMk cId="0" sldId="263"/>
        </pc:sldMkLst>
      </pc:sldChg>
      <pc:sldChg chg="del">
        <pc:chgData name="새롬 임" userId="86ce26321b39ebd9" providerId="LiveId" clId="{F2413EE1-D4D4-4572-9C3B-05AE78FE3CA2}" dt="2025-07-23T14:56:59.947" v="265" actId="47"/>
        <pc:sldMkLst>
          <pc:docMk/>
          <pc:sldMk cId="0" sldId="264"/>
        </pc:sldMkLst>
      </pc:sldChg>
      <pc:sldChg chg="addSp delSp modSp add mod">
        <pc:chgData name="새롬 임" userId="86ce26321b39ebd9" providerId="LiveId" clId="{F2413EE1-D4D4-4572-9C3B-05AE78FE3CA2}" dt="2025-07-23T14:56:34.764" v="211"/>
        <pc:sldMkLst>
          <pc:docMk/>
          <pc:sldMk cId="1467159271" sldId="265"/>
        </pc:sldMkLst>
        <pc:spChg chg="add mod">
          <ac:chgData name="새롬 임" userId="86ce26321b39ebd9" providerId="LiveId" clId="{F2413EE1-D4D4-4572-9C3B-05AE78FE3CA2}" dt="2025-07-23T14:56:34.764" v="211"/>
          <ac:spMkLst>
            <pc:docMk/>
            <pc:sldMk cId="1467159271" sldId="265"/>
            <ac:spMk id="9" creationId="{5233442D-140F-834E-DC18-720B1601AB29}"/>
          </ac:spMkLst>
        </pc:spChg>
        <pc:spChg chg="del">
          <ac:chgData name="새롬 임" userId="86ce26321b39ebd9" providerId="LiveId" clId="{F2413EE1-D4D4-4572-9C3B-05AE78FE3CA2}" dt="2025-07-23T14:56:14.523" v="156" actId="478"/>
          <ac:spMkLst>
            <pc:docMk/>
            <pc:sldMk cId="1467159271" sldId="265"/>
            <ac:spMk id="34" creationId="{2F9C7CF3-F919-87C5-24D0-32D81E564E0C}"/>
          </ac:spMkLst>
        </pc:spChg>
        <pc:spChg chg="del">
          <ac:chgData name="새롬 임" userId="86ce26321b39ebd9" providerId="LiveId" clId="{F2413EE1-D4D4-4572-9C3B-05AE78FE3CA2}" dt="2025-07-23T14:56:16.002" v="157" actId="478"/>
          <ac:spMkLst>
            <pc:docMk/>
            <pc:sldMk cId="1467159271" sldId="265"/>
            <ac:spMk id="35" creationId="{78CA2C18-1745-AB20-477D-103464C37C2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0C1274-688E-4B27-ABA4-A72E8D791F56}" type="datetimeFigureOut">
              <a:rPr lang="ko-KR" altLang="en-US" smtClean="0"/>
              <a:t>2025-07-31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C0A0E8-3DF6-4047-AE05-BA40A230AB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421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5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832F61E1-DCAE-464F-B18D-686414711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181100"/>
            <a:ext cx="1829172" cy="2707828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99D9C50-EF94-4E5F-B392-D446129CE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1085146"/>
            <a:ext cx="1829172" cy="308175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88F3166-18F8-441C-83E3-2BA1FC12B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259" y="713757"/>
            <a:ext cx="1877789" cy="317517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E26ED80-311E-495A-8C87-3B667F51C3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266700"/>
            <a:ext cx="1877789" cy="3067169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76D2E35-8410-4CCB-AB71-7B239773CF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25200" y="770012"/>
            <a:ext cx="2857867" cy="185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068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베이지 블랙과 화이트 단순하고 심플한 인터페이스 레이아웃 프레젠테이션</dc:title>
  <dc:creator>com</dc:creator>
  <cp:lastModifiedBy>FullName</cp:lastModifiedBy>
  <cp:revision>17</cp:revision>
  <dcterms:created xsi:type="dcterms:W3CDTF">2006-08-16T00:00:00Z</dcterms:created>
  <dcterms:modified xsi:type="dcterms:W3CDTF">2025-07-31T08:20:04Z</dcterms:modified>
  <dc:identifier>DAGskY_J-DU</dc:identifier>
</cp:coreProperties>
</file>