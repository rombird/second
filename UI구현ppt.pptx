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65" r:id="rId4"/>
    <p:sldId id="271" r:id="rId5"/>
    <p:sldId id="269" r:id="rId6"/>
    <p:sldId id="270" r:id="rId7"/>
    <p:sldId id="259" r:id="rId8"/>
    <p:sldId id="267" r:id="rId9"/>
    <p:sldId id="268" r:id="rId10"/>
  </p:sldIdLst>
  <p:sldSz cx="18288000" cy="10287000"/>
  <p:notesSz cx="6858000" cy="9144000"/>
  <p:embeddedFontLst>
    <p:embeddedFont>
      <p:font typeface="TDTD평고딕" panose="020B0600000101010101" charset="-127"/>
      <p:regular r:id="rId11"/>
    </p:embeddedFont>
    <p:embeddedFont>
      <p:font typeface="윤고딕 Semi-Bold" panose="020B0600000101010101" charset="-127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F2F2F2"/>
    <a:srgbClr val="E1E1E1"/>
    <a:srgbClr val="4154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새롬 임" userId="86ce26321b39ebd9" providerId="LiveId" clId="{F2413EE1-D4D4-4572-9C3B-05AE78FE3CA2}"/>
    <pc:docChg chg="undo custSel addSld delSld modSld">
      <pc:chgData name="새롬 임" userId="86ce26321b39ebd9" providerId="LiveId" clId="{F2413EE1-D4D4-4572-9C3B-05AE78FE3CA2}" dt="2025-07-23T15:01:53.122" v="377" actId="20577"/>
      <pc:docMkLst>
        <pc:docMk/>
      </pc:docMkLst>
      <pc:sldChg chg="modSp mod">
        <pc:chgData name="새롬 임" userId="86ce26321b39ebd9" providerId="LiveId" clId="{F2413EE1-D4D4-4572-9C3B-05AE78FE3CA2}" dt="2025-07-23T14:53:13.805" v="0" actId="1076"/>
        <pc:sldMkLst>
          <pc:docMk/>
          <pc:sldMk cId="0" sldId="256"/>
        </pc:sldMkLst>
        <pc:spChg chg="mod">
          <ac:chgData name="새롬 임" userId="86ce26321b39ebd9" providerId="LiveId" clId="{F2413EE1-D4D4-4572-9C3B-05AE78FE3CA2}" dt="2025-07-23T14:53:13.805" v="0" actId="1076"/>
          <ac:spMkLst>
            <pc:docMk/>
            <pc:sldMk cId="0" sldId="256"/>
            <ac:spMk id="17" creationId="{00000000-0000-0000-0000-000000000000}"/>
          </ac:spMkLst>
        </pc:spChg>
      </pc:sldChg>
      <pc:sldChg chg="del">
        <pc:chgData name="새롬 임" userId="86ce26321b39ebd9" providerId="LiveId" clId="{F2413EE1-D4D4-4572-9C3B-05AE78FE3CA2}" dt="2025-07-23T14:53:25.987" v="1" actId="47"/>
        <pc:sldMkLst>
          <pc:docMk/>
          <pc:sldMk cId="0" sldId="257"/>
        </pc:sldMkLst>
      </pc:sldChg>
      <pc:sldChg chg="addSp delSp modSp mod">
        <pc:chgData name="새롬 임" userId="86ce26321b39ebd9" providerId="LiveId" clId="{F2413EE1-D4D4-4572-9C3B-05AE78FE3CA2}" dt="2025-07-23T15:01:53.122" v="377" actId="20577"/>
        <pc:sldMkLst>
          <pc:docMk/>
          <pc:sldMk cId="0" sldId="258"/>
        </pc:sldMkLst>
        <pc:spChg chg="mod">
          <ac:chgData name="새롬 임" userId="86ce26321b39ebd9" providerId="LiveId" clId="{F2413EE1-D4D4-4572-9C3B-05AE78FE3CA2}" dt="2025-07-23T14:54:28.735" v="60" actId="1076"/>
          <ac:spMkLst>
            <pc:docMk/>
            <pc:sldMk cId="0" sldId="258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9.823" v="58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8.480" v="57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21.794" v="5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2.206" v="61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새롬 임" userId="86ce26321b39ebd9" providerId="LiveId" clId="{F2413EE1-D4D4-4572-9C3B-05AE78FE3CA2}" dt="2025-07-23T15:01:18.361" v="339" actId="1076"/>
          <ac:spMkLst>
            <pc:docMk/>
            <pc:sldMk cId="0" sldId="258"/>
            <ac:spMk id="13" creationId="{0E125C36-58D5-8995-F119-20A69B7572DC}"/>
          </ac:spMkLst>
        </pc:spChg>
        <pc:spChg chg="add mod">
          <ac:chgData name="새롬 임" userId="86ce26321b39ebd9" providerId="LiveId" clId="{F2413EE1-D4D4-4572-9C3B-05AE78FE3CA2}" dt="2025-07-23T15:01:53.122" v="377" actId="20577"/>
          <ac:spMkLst>
            <pc:docMk/>
            <pc:sldMk cId="0" sldId="258"/>
            <ac:spMk id="14" creationId="{293E77A7-BA7D-8DB5-F93E-06CCBB53362C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4" creationId="{54300FAF-4CB5-18FB-760E-F6C729789AD2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5" creationId="{70D065EB-F2C6-A65F-C5E2-7BCCBA653CB0}"/>
          </ac:spMkLst>
        </pc:spChg>
      </pc:sldChg>
      <pc:sldChg chg="addSp delSp modSp mod">
        <pc:chgData name="새롬 임" userId="86ce26321b39ebd9" providerId="LiveId" clId="{F2413EE1-D4D4-4572-9C3B-05AE78FE3CA2}" dt="2025-07-23T14:56:48.084" v="260" actId="20577"/>
        <pc:sldMkLst>
          <pc:docMk/>
          <pc:sldMk cId="0" sldId="259"/>
        </pc:sldMkLst>
        <pc:spChg chg="mod">
          <ac:chgData name="새롬 임" userId="86ce26321b39ebd9" providerId="LiveId" clId="{F2413EE1-D4D4-4572-9C3B-05AE78FE3CA2}" dt="2025-07-23T14:54:59.244" v="95"/>
          <ac:spMkLst>
            <pc:docMk/>
            <pc:sldMk cId="0" sldId="259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6.303" v="6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45.774" v="7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3.077" v="1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9.303" v="16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6.724" v="14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9.185" v="10" actId="478"/>
          <ac:spMkLst>
            <pc:docMk/>
            <pc:sldMk cId="0" sldId="259"/>
            <ac:spMk id="32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2.945" v="5" actId="478"/>
          <ac:spMkLst>
            <pc:docMk/>
            <pc:sldMk cId="0" sldId="259"/>
            <ac:spMk id="33" creationId="{00000000-0000-0000-0000-000000000000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4" creationId="{54300FAF-4CB5-18FB-760E-F6C729789AD2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5" creationId="{70D065EB-F2C6-A65F-C5E2-7BCCBA653CB0}"/>
          </ac:spMkLst>
        </pc:spChg>
        <pc:spChg chg="add mod">
          <ac:chgData name="새롬 임" userId="86ce26321b39ebd9" providerId="LiveId" clId="{F2413EE1-D4D4-4572-9C3B-05AE78FE3CA2}" dt="2025-07-23T14:56:48.084" v="260" actId="20577"/>
          <ac:spMkLst>
            <pc:docMk/>
            <pc:sldMk cId="0" sldId="259"/>
            <ac:spMk id="36" creationId="{3A38CE38-4098-A8AF-CAB7-7FE5B70EFDF3}"/>
          </ac:spMkLst>
        </pc:spChg>
        <pc:grpChg chg="mod">
          <ac:chgData name="새롬 임" userId="86ce26321b39ebd9" providerId="LiveId" clId="{F2413EE1-D4D4-4572-9C3B-05AE78FE3CA2}" dt="2025-07-23T14:54:42.393" v="64" actId="1076"/>
          <ac:grpSpMkLst>
            <pc:docMk/>
            <pc:sldMk cId="0" sldId="259"/>
            <ac:grpSpMk id="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3.682" v="6" actId="478"/>
          <ac:grpSpMkLst>
            <pc:docMk/>
            <pc:sldMk cId="0" sldId="259"/>
            <ac:grpSpMk id="10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0.922" v="11" actId="478"/>
          <ac:grpSpMkLst>
            <pc:docMk/>
            <pc:sldMk cId="0" sldId="259"/>
            <ac:grpSpMk id="13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7.811" v="15" actId="478"/>
          <ac:grpSpMkLst>
            <pc:docMk/>
            <pc:sldMk cId="0" sldId="259"/>
            <ac:grpSpMk id="16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0.867" v="3" actId="478"/>
          <ac:grpSpMkLst>
            <pc:docMk/>
            <pc:sldMk cId="0" sldId="259"/>
            <ac:grpSpMk id="2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6.832" v="8" actId="478"/>
          <ac:grpSpMkLst>
            <pc:docMk/>
            <pc:sldMk cId="0" sldId="259"/>
            <ac:grpSpMk id="25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3.928" v="13" actId="478"/>
          <ac:grpSpMkLst>
            <pc:docMk/>
            <pc:sldMk cId="0" sldId="259"/>
            <ac:grpSpMk id="28" creationId="{00000000-0000-0000-0000-000000000000}"/>
          </ac:grpSpMkLst>
        </pc:grpChg>
      </pc:sldChg>
      <pc:sldChg chg="del">
        <pc:chgData name="새롬 임" userId="86ce26321b39ebd9" providerId="LiveId" clId="{F2413EE1-D4D4-4572-9C3B-05AE78FE3CA2}" dt="2025-07-23T14:56:55.492" v="262" actId="47"/>
        <pc:sldMkLst>
          <pc:docMk/>
          <pc:sldMk cId="0" sldId="260"/>
        </pc:sldMkLst>
      </pc:sldChg>
      <pc:sldChg chg="del">
        <pc:chgData name="새롬 임" userId="86ce26321b39ebd9" providerId="LiveId" clId="{F2413EE1-D4D4-4572-9C3B-05AE78FE3CA2}" dt="2025-07-23T14:56:53.764" v="261" actId="47"/>
        <pc:sldMkLst>
          <pc:docMk/>
          <pc:sldMk cId="0" sldId="261"/>
        </pc:sldMkLst>
      </pc:sldChg>
      <pc:sldChg chg="del">
        <pc:chgData name="새롬 임" userId="86ce26321b39ebd9" providerId="LiveId" clId="{F2413EE1-D4D4-4572-9C3B-05AE78FE3CA2}" dt="2025-07-23T14:56:57.072" v="263" actId="47"/>
        <pc:sldMkLst>
          <pc:docMk/>
          <pc:sldMk cId="0" sldId="262"/>
        </pc:sldMkLst>
      </pc:sldChg>
      <pc:sldChg chg="del">
        <pc:chgData name="새롬 임" userId="86ce26321b39ebd9" providerId="LiveId" clId="{F2413EE1-D4D4-4572-9C3B-05AE78FE3CA2}" dt="2025-07-23T14:56:58.541" v="264" actId="47"/>
        <pc:sldMkLst>
          <pc:docMk/>
          <pc:sldMk cId="0" sldId="263"/>
        </pc:sldMkLst>
      </pc:sldChg>
      <pc:sldChg chg="del">
        <pc:chgData name="새롬 임" userId="86ce26321b39ebd9" providerId="LiveId" clId="{F2413EE1-D4D4-4572-9C3B-05AE78FE3CA2}" dt="2025-07-23T14:56:59.947" v="265" actId="47"/>
        <pc:sldMkLst>
          <pc:docMk/>
          <pc:sldMk cId="0" sldId="264"/>
        </pc:sldMkLst>
      </pc:sldChg>
      <pc:sldChg chg="del">
        <pc:chgData name="새롬 임" userId="86ce26321b39ebd9" providerId="LiveId" clId="{F2413EE1-D4D4-4572-9C3B-05AE78FE3CA2}" dt="2025-07-23T14:53:30.749" v="2" actId="47"/>
        <pc:sldMkLst>
          <pc:docMk/>
          <pc:sldMk cId="1467159271" sldId="265"/>
        </pc:sldMkLst>
      </pc:sldChg>
      <pc:sldChg chg="addSp delSp modSp add mod">
        <pc:chgData name="새롬 임" userId="86ce26321b39ebd9" providerId="LiveId" clId="{F2413EE1-D4D4-4572-9C3B-05AE78FE3CA2}" dt="2025-07-23T14:56:34.764" v="211"/>
        <pc:sldMkLst>
          <pc:docMk/>
          <pc:sldMk cId="1467159271" sldId="265"/>
        </pc:sldMkLst>
        <pc:spChg chg="add mod">
          <ac:chgData name="새롬 임" userId="86ce26321b39ebd9" providerId="LiveId" clId="{F2413EE1-D4D4-4572-9C3B-05AE78FE3CA2}" dt="2025-07-23T14:56:34.764" v="211"/>
          <ac:spMkLst>
            <pc:docMk/>
            <pc:sldMk cId="1467159271" sldId="265"/>
            <ac:spMk id="9" creationId="{5233442D-140F-834E-DC18-720B1601AB29}"/>
          </ac:spMkLst>
        </pc:spChg>
        <pc:spChg chg="del">
          <ac:chgData name="새롬 임" userId="86ce26321b39ebd9" providerId="LiveId" clId="{F2413EE1-D4D4-4572-9C3B-05AE78FE3CA2}" dt="2025-07-23T14:56:14.523" v="156" actId="478"/>
          <ac:spMkLst>
            <pc:docMk/>
            <pc:sldMk cId="1467159271" sldId="265"/>
            <ac:spMk id="34" creationId="{2F9C7CF3-F919-87C5-24D0-32D81E564E0C}"/>
          </ac:spMkLst>
        </pc:spChg>
        <pc:spChg chg="del">
          <ac:chgData name="새롬 임" userId="86ce26321b39ebd9" providerId="LiveId" clId="{F2413EE1-D4D4-4572-9C3B-05AE78FE3CA2}" dt="2025-07-23T14:56:16.002" v="157" actId="478"/>
          <ac:spMkLst>
            <pc:docMk/>
            <pc:sldMk cId="1467159271" sldId="265"/>
            <ac:spMk id="35" creationId="{78CA2C18-1745-AB20-477D-103464C37C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769227" y="3851567"/>
            <a:ext cx="1074954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spc="-17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8392616" y="1620478"/>
            <a:ext cx="1502767" cy="8945812"/>
            <a:chOff x="0" y="0"/>
            <a:chExt cx="419236" cy="24956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9236" cy="2495666"/>
            </a:xfrm>
            <a:custGeom>
              <a:avLst/>
              <a:gdLst/>
              <a:ahLst/>
              <a:cxnLst/>
              <a:rect l="l" t="t" r="r" b="b"/>
              <a:pathLst>
                <a:path w="419236" h="2495666">
                  <a:moveTo>
                    <a:pt x="10304" y="0"/>
                  </a:moveTo>
                  <a:lnTo>
                    <a:pt x="408932" y="0"/>
                  </a:lnTo>
                  <a:cubicBezTo>
                    <a:pt x="411665" y="0"/>
                    <a:pt x="414286" y="1086"/>
                    <a:pt x="416218" y="3018"/>
                  </a:cubicBezTo>
                  <a:cubicBezTo>
                    <a:pt x="418150" y="4950"/>
                    <a:pt x="419236" y="7571"/>
                    <a:pt x="419236" y="10304"/>
                  </a:cubicBezTo>
                  <a:lnTo>
                    <a:pt x="419236" y="2485363"/>
                  </a:lnTo>
                  <a:cubicBezTo>
                    <a:pt x="419236" y="2488096"/>
                    <a:pt x="418150" y="2490716"/>
                    <a:pt x="416218" y="2492649"/>
                  </a:cubicBezTo>
                  <a:cubicBezTo>
                    <a:pt x="414286" y="2494581"/>
                    <a:pt x="411665" y="2495666"/>
                    <a:pt x="408932" y="2495666"/>
                  </a:cubicBezTo>
                  <a:lnTo>
                    <a:pt x="10304" y="2495666"/>
                  </a:lnTo>
                  <a:cubicBezTo>
                    <a:pt x="7571" y="2495666"/>
                    <a:pt x="4950" y="2494581"/>
                    <a:pt x="3018" y="2492649"/>
                  </a:cubicBezTo>
                  <a:cubicBezTo>
                    <a:pt x="1086" y="2490716"/>
                    <a:pt x="0" y="2488096"/>
                    <a:pt x="0" y="2485363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19236" cy="2524241"/>
            </a:xfrm>
            <a:prstGeom prst="rect">
              <a:avLst/>
            </a:prstGeom>
          </p:spPr>
          <p:txBody>
            <a:bodyPr lIns="50148" tIns="50148" rIns="50148" bIns="50148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4352" y="5398059"/>
            <a:ext cx="72192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UI </a:t>
            </a:r>
            <a:r>
              <a:rPr lang="ko-KR" alt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03004" y="7290231"/>
            <a:ext cx="6584417" cy="41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김홍섭</a:t>
            </a:r>
            <a:r>
              <a:rPr lang="en-US" altLang="ko-KR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, </a:t>
            </a: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임새롬</a:t>
            </a:r>
            <a:r>
              <a:rPr lang="en-US" altLang="ko-KR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, 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장지원</a:t>
            </a:r>
            <a:endParaRPr lang="en-US" sz="2499" spc="-49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19" name="Freeform 19"/>
          <p:cNvSpPr/>
          <p:nvPr/>
        </p:nvSpPr>
        <p:spPr>
          <a:xfrm rot="-886511">
            <a:off x="13048058" y="6441390"/>
            <a:ext cx="471414" cy="825232"/>
          </a:xfrm>
          <a:custGeom>
            <a:avLst/>
            <a:gdLst/>
            <a:ahLst/>
            <a:cxnLst/>
            <a:rect l="l" t="t" r="r" b="b"/>
            <a:pathLst>
              <a:path w="471414" h="825232">
                <a:moveTo>
                  <a:pt x="0" y="0"/>
                </a:moveTo>
                <a:lnTo>
                  <a:pt x="471414" y="0"/>
                </a:lnTo>
                <a:lnTo>
                  <a:pt x="471414" y="825232"/>
                </a:lnTo>
                <a:lnTo>
                  <a:pt x="0" y="82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A9923B8E-586C-424B-84A1-DF0B1F628BC2}"/>
              </a:ext>
            </a:extLst>
          </p:cNvPr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C0377E86-09BE-4230-AEF4-4B776D41897A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23" name="Freeform 4">
                <a:extLst>
                  <a:ext uri="{FF2B5EF4-FFF2-40B4-BE49-F238E27FC236}">
                    <a16:creationId xmlns:a16="http://schemas.microsoft.com/office/drawing/2014/main" id="{089D943C-2707-40C1-9F7B-3EBD45E6B7A5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" name="TextBox 5">
                <a:extLst>
                  <a:ext uri="{FF2B5EF4-FFF2-40B4-BE49-F238E27FC236}">
                    <a16:creationId xmlns:a16="http://schemas.microsoft.com/office/drawing/2014/main" id="{16C8F502-D3F2-40D7-9FBF-B86ACF5AA24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AutoShape 6">
              <a:extLst>
                <a:ext uri="{FF2B5EF4-FFF2-40B4-BE49-F238E27FC236}">
                  <a16:creationId xmlns:a16="http://schemas.microsoft.com/office/drawing/2014/main" id="{78A9DD50-18E0-4382-9E45-0CBF06B44E51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29F7BCFE-EBFF-4F55-B8C5-F685A08E5369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메인 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EABBB25-D980-49A3-9B9B-D262D28E0D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48" r="11144" b="65639"/>
          <a:stretch/>
        </p:blipFill>
        <p:spPr>
          <a:xfrm>
            <a:off x="1365968" y="2256372"/>
            <a:ext cx="6934200" cy="6276652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FED8B98B-FF0B-461A-BDC3-CDB0EBAE165C}"/>
              </a:ext>
            </a:extLst>
          </p:cNvPr>
          <p:cNvGrpSpPr/>
          <p:nvPr/>
        </p:nvGrpSpPr>
        <p:grpSpPr>
          <a:xfrm>
            <a:off x="9974581" y="2137101"/>
            <a:ext cx="6681899" cy="6383686"/>
            <a:chOff x="9435548" y="2149338"/>
            <a:chExt cx="6681899" cy="638368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5F28ED7-0E31-4624-A938-65552F46ECFB}"/>
                </a:ext>
              </a:extLst>
            </p:cNvPr>
            <p:cNvGrpSpPr/>
            <p:nvPr/>
          </p:nvGrpSpPr>
          <p:grpSpPr>
            <a:xfrm>
              <a:off x="9435548" y="2149338"/>
              <a:ext cx="6681899" cy="6383686"/>
              <a:chOff x="9435548" y="2149338"/>
              <a:chExt cx="6681899" cy="6383686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54EAA2AF-2FE4-4B00-9AB0-3BA17409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8800" y="2152280"/>
                <a:ext cx="6668647" cy="6380744"/>
              </a:xfrm>
              <a:prstGeom prst="rect">
                <a:avLst/>
              </a:prstGeom>
            </p:spPr>
          </p:pic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AEFDCF6-D712-445C-9481-9E8307C848A7}"/>
                  </a:ext>
                </a:extLst>
              </p:cNvPr>
              <p:cNvSpPr/>
              <p:nvPr/>
            </p:nvSpPr>
            <p:spPr>
              <a:xfrm>
                <a:off x="9435548" y="2149338"/>
                <a:ext cx="6668647" cy="1003663"/>
              </a:xfrm>
              <a:prstGeom prst="rect">
                <a:avLst/>
              </a:prstGeom>
              <a:noFill/>
              <a:ln w="38100">
                <a:solidFill>
                  <a:srgbClr val="415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4154FF"/>
                    </a:solidFill>
                  </a:ln>
                  <a:noFill/>
                </a:endParaRPr>
              </a:p>
            </p:txBody>
          </p:sp>
          <p:sp>
            <p:nvSpPr>
              <p:cNvPr id="28" name="TextBox 10">
                <a:extLst>
                  <a:ext uri="{FF2B5EF4-FFF2-40B4-BE49-F238E27FC236}">
                    <a16:creationId xmlns:a16="http://schemas.microsoft.com/office/drawing/2014/main" id="{B84FA722-228C-4193-9D08-8953418EE8DC}"/>
                  </a:ext>
                </a:extLst>
              </p:cNvPr>
              <p:cNvSpPr txBox="1"/>
              <p:nvPr/>
            </p:nvSpPr>
            <p:spPr>
              <a:xfrm>
                <a:off x="12016675" y="2243919"/>
                <a:ext cx="1866442" cy="58253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sz="2799" dirty="0">
                    <a:solidFill>
                      <a:srgbClr val="000000"/>
                    </a:solidFill>
                    <a:latin typeface="TDTD평고딕"/>
                    <a:ea typeface="TDTD평고딕"/>
                    <a:cs typeface="TDTD평고딕"/>
                    <a:sym typeface="TDTD평고딕"/>
                  </a:rPr>
                  <a:t>header</a:t>
                </a:r>
              </a:p>
            </p:txBody>
          </p:sp>
          <p:sp>
            <p:nvSpPr>
              <p:cNvPr id="29" name="TextBox 10">
                <a:extLst>
                  <a:ext uri="{FF2B5EF4-FFF2-40B4-BE49-F238E27FC236}">
                    <a16:creationId xmlns:a16="http://schemas.microsoft.com/office/drawing/2014/main" id="{3E178FD9-E86C-4F05-BE3B-A00926921FDD}"/>
                  </a:ext>
                </a:extLst>
              </p:cNvPr>
              <p:cNvSpPr txBox="1"/>
              <p:nvPr/>
            </p:nvSpPr>
            <p:spPr>
              <a:xfrm>
                <a:off x="12179947" y="7635420"/>
                <a:ext cx="1866442" cy="58253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sz="2799" dirty="0">
                    <a:solidFill>
                      <a:srgbClr val="000000"/>
                    </a:solidFill>
                    <a:latin typeface="TDTD평고딕"/>
                    <a:ea typeface="TDTD평고딕"/>
                    <a:cs typeface="TDTD평고딕"/>
                    <a:sym typeface="TDTD평고딕"/>
                  </a:rPr>
                  <a:t>main</a:t>
                </a:r>
              </a:p>
            </p:txBody>
          </p: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18BAE31-E6C2-44F8-9937-AC6056F18A46}"/>
                </a:ext>
              </a:extLst>
            </p:cNvPr>
            <p:cNvSpPr/>
            <p:nvPr/>
          </p:nvSpPr>
          <p:spPr>
            <a:xfrm>
              <a:off x="9447601" y="3153001"/>
              <a:ext cx="6668647" cy="5329096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733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5049-03A7-945E-73A6-4DAFDC2A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4C3B4E-9AEB-280A-4540-333B27020175}"/>
              </a:ext>
            </a:extLst>
          </p:cNvPr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EDA6BAC-4A50-B881-6DDA-A479A7E4F1D6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AF6F5FB-E770-4AA1-FC5B-BBF44310C295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9FA78F44-374F-8E87-10BB-7EB2CDDF67D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480C6B6C-2FBC-F4F3-4770-D2ADE3878D88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8E0ABE-A54C-CEB7-FBCD-AC36FFDDAF01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53A7FCC-5FC8-1D64-8C97-FBE76269E3B5}"/>
              </a:ext>
            </a:extLst>
          </p:cNvPr>
          <p:cNvSpPr txBox="1"/>
          <p:nvPr/>
        </p:nvSpPr>
        <p:spPr>
          <a:xfrm>
            <a:off x="4884749" y="441578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16D0FCE-651E-4C59-A425-C9B6A983D779}"/>
              </a:ext>
            </a:extLst>
          </p:cNvPr>
          <p:cNvGrpSpPr/>
          <p:nvPr/>
        </p:nvGrpSpPr>
        <p:grpSpPr>
          <a:xfrm>
            <a:off x="9448800" y="1677000"/>
            <a:ext cx="6685212" cy="7617971"/>
            <a:chOff x="1219200" y="1792730"/>
            <a:chExt cx="6685212" cy="761797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98B8C8A-CC20-451A-A9BC-8F951B24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599" y="1792730"/>
              <a:ext cx="5988265" cy="755291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BB670AA-6F13-4165-A2A5-760472F7ADDE}"/>
                </a:ext>
              </a:extLst>
            </p:cNvPr>
            <p:cNvSpPr/>
            <p:nvPr/>
          </p:nvSpPr>
          <p:spPr>
            <a:xfrm>
              <a:off x="1219200" y="1797136"/>
              <a:ext cx="6668647" cy="6470563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2A5783-A438-4624-ADC6-EA13BDF19628}"/>
                </a:ext>
              </a:extLst>
            </p:cNvPr>
            <p:cNvSpPr/>
            <p:nvPr/>
          </p:nvSpPr>
          <p:spPr>
            <a:xfrm>
              <a:off x="1235765" y="8272105"/>
              <a:ext cx="6668647" cy="1138596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053E2D8-FD78-400C-B59E-68C0ECD4174F}"/>
                </a:ext>
              </a:extLst>
            </p:cNvPr>
            <p:cNvSpPr txBox="1"/>
            <p:nvPr/>
          </p:nvSpPr>
          <p:spPr>
            <a:xfrm>
              <a:off x="3810000" y="1792730"/>
              <a:ext cx="1866442" cy="5825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main</a:t>
              </a:r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E515841F-7F71-4BD1-ABC2-82FF304D8E8B}"/>
                </a:ext>
              </a:extLst>
            </p:cNvPr>
            <p:cNvSpPr txBox="1"/>
            <p:nvPr/>
          </p:nvSpPr>
          <p:spPr>
            <a:xfrm>
              <a:off x="3432511" y="8651504"/>
              <a:ext cx="1866442" cy="5825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footer</a:t>
              </a:r>
            </a:p>
          </p:txBody>
        </p:sp>
      </p:grpSp>
      <p:sp>
        <p:nvSpPr>
          <p:cNvPr id="27" name="TextBox 10">
            <a:extLst>
              <a:ext uri="{FF2B5EF4-FFF2-40B4-BE49-F238E27FC236}">
                <a16:creationId xmlns:a16="http://schemas.microsoft.com/office/drawing/2014/main" id="{A2F284A9-1F7C-44EC-9A71-5B3420C85338}"/>
              </a:ext>
            </a:extLst>
          </p:cNvPr>
          <p:cNvSpPr txBox="1"/>
          <p:nvPr/>
        </p:nvSpPr>
        <p:spPr>
          <a:xfrm>
            <a:off x="2029712" y="2156060"/>
            <a:ext cx="7113687" cy="122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주 컬러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2800" b="0" dirty="0">
                <a:solidFill>
                  <a:srgbClr val="4154FF"/>
                </a:solidFill>
                <a:effectLst/>
                <a:latin typeface="Consolas" panose="020B0609020204030204" pitchFamily="49" charset="0"/>
              </a:rPr>
              <a:t>#4154FF</a:t>
            </a:r>
            <a:endParaRPr lang="en-US" altLang="ko-KR" sz="2799" dirty="0">
              <a:solidFill>
                <a:srgbClr val="4154FF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헤더 폰트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2800" b="0" dirty="0">
                <a:effectLst/>
                <a:latin typeface="윤고딕 Semi-Bold" panose="020B0600000101010101" charset="-127"/>
                <a:ea typeface="윤고딕 Semi-Bold" panose="020B0600000101010101" charset="-127"/>
              </a:rPr>
              <a:t>BnviitLasik.ttf</a:t>
            </a:r>
          </a:p>
        </p:txBody>
      </p:sp>
    </p:spTree>
    <p:extLst>
      <p:ext uri="{BB962C8B-B14F-4D97-AF65-F5344CB8AC3E}">
        <p14:creationId xmlns:p14="http://schemas.microsoft.com/office/powerpoint/2010/main" val="146715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337218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41578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533B4AFC-9F06-4CBE-B9B6-85149AA79DEA}"/>
              </a:ext>
            </a:extLst>
          </p:cNvPr>
          <p:cNvSpPr txBox="1"/>
          <p:nvPr/>
        </p:nvSpPr>
        <p:spPr>
          <a:xfrm>
            <a:off x="1447800" y="324606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Header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drop down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3915624-0D5B-434A-B99D-A771DEBF9568}"/>
              </a:ext>
            </a:extLst>
          </p:cNvPr>
          <p:cNvGrpSpPr/>
          <p:nvPr/>
        </p:nvGrpSpPr>
        <p:grpSpPr>
          <a:xfrm>
            <a:off x="1272796" y="4196813"/>
            <a:ext cx="7113687" cy="3063948"/>
            <a:chOff x="9403337" y="2857500"/>
            <a:chExt cx="7113687" cy="306394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1CBB77B-C764-4558-BCFC-A27FEB370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3337" y="2857500"/>
              <a:ext cx="7113687" cy="3063948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89A31AA-39B3-4B34-8C82-7038AF48F141}"/>
                </a:ext>
              </a:extLst>
            </p:cNvPr>
            <p:cNvSpPr/>
            <p:nvPr/>
          </p:nvSpPr>
          <p:spPr>
            <a:xfrm>
              <a:off x="15593928" y="3357699"/>
              <a:ext cx="923096" cy="719002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BEA2B7ED-A02C-48B7-8180-CD1BF904288A}"/>
              </a:ext>
            </a:extLst>
          </p:cNvPr>
          <p:cNvSpPr txBox="1"/>
          <p:nvPr/>
        </p:nvSpPr>
        <p:spPr>
          <a:xfrm>
            <a:off x="9456484" y="328416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Footer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drop down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326CD15-44C0-4CC6-9DCA-E83E92AA77EB}"/>
              </a:ext>
            </a:extLst>
          </p:cNvPr>
          <p:cNvGrpSpPr/>
          <p:nvPr/>
        </p:nvGrpSpPr>
        <p:grpSpPr>
          <a:xfrm>
            <a:off x="9440944" y="4053000"/>
            <a:ext cx="7241497" cy="2849062"/>
            <a:chOff x="9196563" y="2924892"/>
            <a:chExt cx="7241497" cy="2849062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512ACFA-C8BE-4535-8BFA-793FD2C336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783" r="5237"/>
            <a:stretch/>
          </p:blipFill>
          <p:spPr>
            <a:xfrm>
              <a:off x="9212102" y="4516654"/>
              <a:ext cx="7113688" cy="12573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C54DD0D-4E7A-465F-8ED7-F2A5C16F9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6563" y="2924893"/>
              <a:ext cx="7241497" cy="125730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55C3FB8-FA60-4FD5-A3E0-01DC2C51D007}"/>
                </a:ext>
              </a:extLst>
            </p:cNvPr>
            <p:cNvSpPr/>
            <p:nvPr/>
          </p:nvSpPr>
          <p:spPr>
            <a:xfrm>
              <a:off x="14630400" y="2924892"/>
              <a:ext cx="1371600" cy="2849061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001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메인 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71E77AD-4EDB-4248-A378-C654E378CFAB}"/>
              </a:ext>
            </a:extLst>
          </p:cNvPr>
          <p:cNvSpPr txBox="1"/>
          <p:nvPr/>
        </p:nvSpPr>
        <p:spPr>
          <a:xfrm>
            <a:off x="6275663" y="1714151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메인페이지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반응형 </a:t>
            </a: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미디어쿼리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F60152B-E670-4F7B-8C37-4062C47985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708"/>
          <a:stretch/>
        </p:blipFill>
        <p:spPr>
          <a:xfrm>
            <a:off x="1378649" y="2933700"/>
            <a:ext cx="3493400" cy="367571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448B31-038F-4853-B5AB-46DDB7D444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054"/>
          <a:stretch/>
        </p:blipFill>
        <p:spPr>
          <a:xfrm>
            <a:off x="9819806" y="3097407"/>
            <a:ext cx="3134194" cy="375892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9168B3-6FBA-4363-A1C2-8941FC0A929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142"/>
          <a:stretch/>
        </p:blipFill>
        <p:spPr>
          <a:xfrm>
            <a:off x="13784249" y="2933700"/>
            <a:ext cx="3413983" cy="490600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C2C69C-816D-4B63-AF35-40DF9663B3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83"/>
          <a:stretch/>
        </p:blipFill>
        <p:spPr>
          <a:xfrm>
            <a:off x="5562600" y="3086100"/>
            <a:ext cx="3341000" cy="3762810"/>
          </a:xfrm>
          <a:prstGeom prst="rect">
            <a:avLst/>
          </a:prstGeom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2AB432B9-4FDB-4343-8F1C-382CB72C362E}"/>
              </a:ext>
            </a:extLst>
          </p:cNvPr>
          <p:cNvSpPr txBox="1"/>
          <p:nvPr/>
        </p:nvSpPr>
        <p:spPr>
          <a:xfrm>
            <a:off x="6553200" y="8188449"/>
            <a:ext cx="5029200" cy="448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제목만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394525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메인 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46203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티켓페이지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E4B925B-087E-4198-A388-57A6A429C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187166"/>
            <a:ext cx="7094014" cy="66022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ED4D30-FC02-4C2E-BE36-D28EAE987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988" y="2187166"/>
            <a:ext cx="5977678" cy="25000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3BF6031-CF2F-4564-AFEF-543C112CF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4588" y="4457700"/>
            <a:ext cx="6250198" cy="4499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티켓페이지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0121C0E-563E-4F96-9E91-D71CF0F5E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377" y="2256372"/>
            <a:ext cx="6798743" cy="43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6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티켓페이지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3A38CE38-4098-A8AF-CAB7-7FE5B70EFDF3}"/>
              </a:ext>
            </a:extLst>
          </p:cNvPr>
          <p:cNvSpPr txBox="1"/>
          <p:nvPr/>
        </p:nvSpPr>
        <p:spPr>
          <a:xfrm>
            <a:off x="9173953" y="4156059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티켓페이지 반응형 </a:t>
            </a: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미디어쿼리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283919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71</Words>
  <Application>Microsoft Office PowerPoint</Application>
  <PresentationFormat>사용자 지정</PresentationFormat>
  <Paragraphs>22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Calibri</vt:lpstr>
      <vt:lpstr>Consolas</vt:lpstr>
      <vt:lpstr>Arial</vt:lpstr>
      <vt:lpstr>TDTD평고딕</vt:lpstr>
      <vt:lpstr>윤고딕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dc:creator>com</dc:creator>
  <cp:lastModifiedBy>FullName</cp:lastModifiedBy>
  <cp:revision>10</cp:revision>
  <dcterms:created xsi:type="dcterms:W3CDTF">2006-08-16T00:00:00Z</dcterms:created>
  <dcterms:modified xsi:type="dcterms:W3CDTF">2025-07-24T03:03:04Z</dcterms:modified>
  <dc:identifier>DAGskY_J-DU</dc:identifier>
</cp:coreProperties>
</file>